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59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CFD"/>
    <a:srgbClr val="FEF5D7"/>
    <a:srgbClr val="DEFDEB"/>
    <a:srgbClr val="DAEDFE"/>
    <a:srgbClr val="EAE0FD"/>
    <a:srgbClr val="E0FDEC"/>
    <a:srgbClr val="FF0066"/>
    <a:srgbClr val="FDE4ED"/>
    <a:srgbClr val="FEF5D9"/>
    <a:srgbClr val="FEF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A3F0E6-6050-4597-B833-A4ED8E65DF7E}" v="3782" dt="2026-09-18T15:31:24.3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90FC33FE-A53F-4395-9726-35BD222EB8C1}"/>
    <pc:docChg chg="modSld">
      <pc:chgData name="Guest User" userId="" providerId="Windows Live" clId="Web-{90FC33FE-A53F-4395-9726-35BD222EB8C1}" dt="2026-09-14T18:50:06.520" v="56" actId="14100"/>
      <pc:docMkLst>
        <pc:docMk/>
      </pc:docMkLst>
      <pc:sldChg chg="addSp delSp modSp">
        <pc:chgData name="Guest User" userId="" providerId="Windows Live" clId="Web-{90FC33FE-A53F-4395-9726-35BD222EB8C1}" dt="2026-09-14T18:49:43.519" v="55" actId="20577"/>
        <pc:sldMkLst>
          <pc:docMk/>
          <pc:sldMk cId="0" sldId="259"/>
        </pc:sldMkLst>
        <pc:spChg chg="mod">
          <ac:chgData name="Guest User" userId="" providerId="Windows Live" clId="Web-{90FC33FE-A53F-4395-9726-35BD222EB8C1}" dt="2026-09-14T18:49:08.471" v="49" actId="20577"/>
          <ac:spMkLst>
            <pc:docMk/>
            <pc:sldMk cId="0" sldId="259"/>
            <ac:spMk id="8" creationId="{A0D71BE4-6CF8-9431-6496-A0B107E07E16}"/>
          </ac:spMkLst>
        </pc:spChg>
        <pc:spChg chg="mod">
          <ac:chgData name="Guest User" userId="" providerId="Windows Live" clId="Web-{90FC33FE-A53F-4395-9726-35BD222EB8C1}" dt="2026-09-14T18:49:18.237" v="51" actId="20577"/>
          <ac:spMkLst>
            <pc:docMk/>
            <pc:sldMk cId="0" sldId="259"/>
            <ac:spMk id="10" creationId="{05C108AD-61AB-DD90-8FC2-8C0B667D1566}"/>
          </ac:spMkLst>
        </pc:spChg>
        <pc:spChg chg="mod">
          <ac:chgData name="Guest User" userId="" providerId="Windows Live" clId="Web-{90FC33FE-A53F-4395-9726-35BD222EB8C1}" dt="2026-09-14T18:49:29.174" v="53" actId="20577"/>
          <ac:spMkLst>
            <pc:docMk/>
            <pc:sldMk cId="0" sldId="259"/>
            <ac:spMk id="12" creationId="{15D19CF2-B7AD-EC34-7FBE-EAD6BEC953A7}"/>
          </ac:spMkLst>
        </pc:spChg>
        <pc:spChg chg="mod">
          <ac:chgData name="Guest User" userId="" providerId="Windows Live" clId="Web-{90FC33FE-A53F-4395-9726-35BD222EB8C1}" dt="2026-09-14T18:49:43.519" v="55" actId="20577"/>
          <ac:spMkLst>
            <pc:docMk/>
            <pc:sldMk cId="0" sldId="259"/>
            <ac:spMk id="14" creationId="{FB1BD88D-1DB2-B119-33F1-D3E553127DB2}"/>
          </ac:spMkLst>
        </pc:spChg>
        <pc:spChg chg="mod">
          <ac:chgData name="Guest User" userId="" providerId="Windows Live" clId="Web-{90FC33FE-A53F-4395-9726-35BD222EB8C1}" dt="2026-09-14T18:42:42.688" v="23" actId="1076"/>
          <ac:spMkLst>
            <pc:docMk/>
            <pc:sldMk cId="0" sldId="259"/>
            <ac:spMk id="34" creationId="{CC260600-E8BF-D625-1967-ECBF98B14506}"/>
          </ac:spMkLst>
        </pc:spChg>
        <pc:picChg chg="add mod">
          <ac:chgData name="Guest User" userId="" providerId="Windows Live" clId="Web-{90FC33FE-A53F-4395-9726-35BD222EB8C1}" dt="2026-09-14T18:43:51.209" v="30" actId="1076"/>
          <ac:picMkLst>
            <pc:docMk/>
            <pc:sldMk cId="0" sldId="259"/>
            <ac:picMk id="2" creationId="{FD7322C8-A54F-B9E9-07E4-428B4FE73840}"/>
          </ac:picMkLst>
        </pc:picChg>
        <pc:picChg chg="add mod">
          <ac:chgData name="Guest User" userId="" providerId="Windows Live" clId="Web-{90FC33FE-A53F-4395-9726-35BD222EB8C1}" dt="2026-09-14T18:43:55.912" v="31" actId="1076"/>
          <ac:picMkLst>
            <pc:docMk/>
            <pc:sldMk cId="0" sldId="259"/>
            <ac:picMk id="5" creationId="{49AFD92F-F22E-522B-CBB2-36407DDF0D71}"/>
          </ac:picMkLst>
        </pc:picChg>
        <pc:picChg chg="mod">
          <ac:chgData name="Guest User" userId="" providerId="Windows Live" clId="Web-{90FC33FE-A53F-4395-9726-35BD222EB8C1}" dt="2026-09-14T18:44:55.493" v="38" actId="14100"/>
          <ac:picMkLst>
            <pc:docMk/>
            <pc:sldMk cId="0" sldId="259"/>
            <ac:picMk id="24" creationId="{856B07CF-8C86-4B57-DAF3-B93AF4EDA793}"/>
          </ac:picMkLst>
        </pc:picChg>
        <pc:picChg chg="mod">
          <ac:chgData name="Guest User" userId="" providerId="Windows Live" clId="Web-{90FC33FE-A53F-4395-9726-35BD222EB8C1}" dt="2026-09-14T18:43:01.126" v="26" actId="1076"/>
          <ac:picMkLst>
            <pc:docMk/>
            <pc:sldMk cId="0" sldId="259"/>
            <ac:picMk id="29" creationId="{8A9B3B59-3E58-7066-A596-8125E0D9E265}"/>
          </ac:picMkLst>
        </pc:picChg>
        <pc:picChg chg="mod">
          <ac:chgData name="Guest User" userId="" providerId="Windows Live" clId="Web-{90FC33FE-A53F-4395-9726-35BD222EB8C1}" dt="2026-09-14T18:42:46.125" v="24" actId="1076"/>
          <ac:picMkLst>
            <pc:docMk/>
            <pc:sldMk cId="0" sldId="259"/>
            <ac:picMk id="36" creationId="{A5A65D96-6F7F-A6FD-3DBE-71510FA0952C}"/>
          </ac:picMkLst>
        </pc:picChg>
      </pc:sldChg>
      <pc:sldChg chg="modSp">
        <pc:chgData name="Guest User" userId="" providerId="Windows Live" clId="Web-{90FC33FE-A53F-4395-9726-35BD222EB8C1}" dt="2026-09-14T18:50:06.520" v="56" actId="14100"/>
        <pc:sldMkLst>
          <pc:docMk/>
          <pc:sldMk cId="2997144140" sldId="294"/>
        </pc:sldMkLst>
      </pc:sldChg>
    </pc:docChg>
  </pc:docChgLst>
  <pc:docChgLst>
    <pc:chgData name="Guest User" providerId="Windows Live" clId="Web-{1E161A61-DA70-E216-F52D-14EFC49C2DD8}"/>
    <pc:docChg chg="modSld">
      <pc:chgData name="Guest User" userId="" providerId="Windows Live" clId="Web-{1E161A61-DA70-E216-F52D-14EFC49C2DD8}" dt="2026-09-11T14:14:27.141" v="10" actId="14100"/>
      <pc:docMkLst>
        <pc:docMk/>
      </pc:docMkLst>
      <pc:sldChg chg="modSp">
        <pc:chgData name="Guest User" userId="" providerId="Windows Live" clId="Web-{1E161A61-DA70-E216-F52D-14EFC49C2DD8}" dt="2026-09-11T14:14:27.141" v="10" actId="14100"/>
        <pc:sldMkLst>
          <pc:docMk/>
          <pc:sldMk cId="0" sldId="290"/>
        </pc:sldMkLst>
        <pc:spChg chg="mod">
          <ac:chgData name="Guest User" userId="" providerId="Windows Live" clId="Web-{1E161A61-DA70-E216-F52D-14EFC49C2DD8}" dt="2026-09-11T14:14:05.343" v="8" actId="1076"/>
          <ac:spMkLst>
            <pc:docMk/>
            <pc:sldMk cId="0" sldId="290"/>
            <ac:spMk id="3" creationId="{7867F606-B7EA-6371-8C3F-FB32CCF11EB6}"/>
          </ac:spMkLst>
        </pc:spChg>
      </pc:sldChg>
      <pc:sldChg chg="modSp">
        <pc:chgData name="Guest User" userId="" providerId="Windows Live" clId="Web-{1E161A61-DA70-E216-F52D-14EFC49C2DD8}" dt="2026-09-11T13:47:43.540" v="7" actId="20577"/>
        <pc:sldMkLst>
          <pc:docMk/>
          <pc:sldMk cId="0" sldId="291"/>
        </pc:sldMkLst>
        <pc:spChg chg="mod">
          <ac:chgData name="Guest User" userId="" providerId="Windows Live" clId="Web-{1E161A61-DA70-E216-F52D-14EFC49C2DD8}" dt="2026-09-11T13:47:43.540" v="7" actId="20577"/>
          <ac:spMkLst>
            <pc:docMk/>
            <pc:sldMk cId="0" sldId="291"/>
            <ac:spMk id="10" creationId="{00000000-0000-0000-0000-000000000000}"/>
          </ac:spMkLst>
        </pc:spChg>
      </pc:sldChg>
    </pc:docChg>
  </pc:docChgLst>
  <pc:docChgLst>
    <pc:chgData name="Guest User" providerId="Windows Live" clId="Web-{CE6F7CAE-E2EF-3B8D-7DBA-E52071EF5637}"/>
    <pc:docChg chg="modSld sldOrd">
      <pc:chgData name="Guest User" userId="" providerId="Windows Live" clId="Web-{CE6F7CAE-E2EF-3B8D-7DBA-E52071EF5637}" dt="2026-09-15T20:03:16.006" v="268" actId="14100"/>
      <pc:docMkLst>
        <pc:docMk/>
      </pc:docMkLst>
      <pc:sldChg chg="ord">
        <pc:chgData name="Guest User" userId="" providerId="Windows Live" clId="Web-{CE6F7CAE-E2EF-3B8D-7DBA-E52071EF5637}" dt="2026-09-15T19:20:53.671" v="152"/>
        <pc:sldMkLst>
          <pc:docMk/>
          <pc:sldMk cId="0" sldId="290"/>
        </pc:sldMkLst>
      </pc:sldChg>
      <pc:sldChg chg="modSp">
        <pc:chgData name="Guest User" userId="" providerId="Windows Live" clId="Web-{CE6F7CAE-E2EF-3B8D-7DBA-E52071EF5637}" dt="2026-09-15T20:03:16.006" v="268" actId="14100"/>
        <pc:sldMkLst>
          <pc:docMk/>
          <pc:sldMk cId="2997144140" sldId="294"/>
        </pc:sldMkLst>
        <pc:spChg chg="mod">
          <ac:chgData name="Guest User" userId="" providerId="Windows Live" clId="Web-{CE6F7CAE-E2EF-3B8D-7DBA-E52071EF5637}" dt="2026-09-15T19:06:01.532" v="3" actId="1076"/>
          <ac:spMkLst>
            <pc:docMk/>
            <pc:sldMk cId="2997144140" sldId="294"/>
            <ac:spMk id="5" creationId="{031BA117-D37C-E31C-7E66-45413BAA8BC4}"/>
          </ac:spMkLst>
        </pc:spChg>
        <pc:spChg chg="mod">
          <ac:chgData name="Guest User" userId="" providerId="Windows Live" clId="Web-{CE6F7CAE-E2EF-3B8D-7DBA-E52071EF5637}" dt="2026-09-15T19:06:13.594" v="4" actId="1076"/>
          <ac:spMkLst>
            <pc:docMk/>
            <pc:sldMk cId="2997144140" sldId="294"/>
            <ac:spMk id="39" creationId="{A5FCADD8-A88B-2A01-4EEF-286890B2A87B}"/>
          </ac:spMkLst>
        </pc:spChg>
        <pc:spChg chg="mod">
          <ac:chgData name="Guest User" userId="" providerId="Windows Live" clId="Web-{CE6F7CAE-E2EF-3B8D-7DBA-E52071EF5637}" dt="2026-09-15T19:06:41.142" v="8" actId="1076"/>
          <ac:spMkLst>
            <pc:docMk/>
            <pc:sldMk cId="2997144140" sldId="294"/>
            <ac:spMk id="41" creationId="{CD2A3B95-B3B5-B2E7-34AA-A679B4109198}"/>
          </ac:spMkLst>
        </pc:spChg>
        <pc:spChg chg="mod">
          <ac:chgData name="Guest User" userId="" providerId="Windows Live" clId="Web-{CE6F7CAE-E2EF-3B8D-7DBA-E52071EF5637}" dt="2026-09-15T19:11:37.027" v="57" actId="1076"/>
          <ac:spMkLst>
            <pc:docMk/>
            <pc:sldMk cId="2997144140" sldId="294"/>
            <ac:spMk id="42" creationId="{F574D90D-52E0-318A-053C-BB6891C3B67F}"/>
          </ac:spMkLst>
        </pc:spChg>
        <pc:spChg chg="mod">
          <ac:chgData name="Guest User" userId="" providerId="Windows Live" clId="Web-{CE6F7CAE-E2EF-3B8D-7DBA-E52071EF5637}" dt="2026-09-15T19:06:46.080" v="9" actId="1076"/>
          <ac:spMkLst>
            <pc:docMk/>
            <pc:sldMk cId="2997144140" sldId="294"/>
            <ac:spMk id="46" creationId="{64E7CE9E-0782-E506-1CA8-87157903AAFC}"/>
          </ac:spMkLst>
        </pc:spChg>
        <pc:spChg chg="mod">
          <ac:chgData name="Guest User" userId="" providerId="Windows Live" clId="Web-{CE6F7CAE-E2EF-3B8D-7DBA-E52071EF5637}" dt="2026-09-15T19:06:50.236" v="10" actId="1076"/>
          <ac:spMkLst>
            <pc:docMk/>
            <pc:sldMk cId="2997144140" sldId="294"/>
            <ac:spMk id="48" creationId="{A9C7C259-8853-14C6-B92C-1D3D64EAEA89}"/>
          </ac:spMkLst>
        </pc:spChg>
        <pc:spChg chg="mod">
          <ac:chgData name="Guest User" userId="" providerId="Windows Live" clId="Web-{CE6F7CAE-E2EF-3B8D-7DBA-E52071EF5637}" dt="2026-09-15T19:11:33.215" v="56" actId="1076"/>
          <ac:spMkLst>
            <pc:docMk/>
            <pc:sldMk cId="2997144140" sldId="294"/>
            <ac:spMk id="50" creationId="{0F5189F1-8E86-88D0-5E07-583A665BD075}"/>
          </ac:spMkLst>
        </pc:spChg>
        <pc:spChg chg="mod">
          <ac:chgData name="Guest User" userId="" providerId="Windows Live" clId="Web-{CE6F7CAE-E2EF-3B8D-7DBA-E52071EF5637}" dt="2026-09-15T19:11:26.277" v="55" actId="1076"/>
          <ac:spMkLst>
            <pc:docMk/>
            <pc:sldMk cId="2997144140" sldId="294"/>
            <ac:spMk id="52" creationId="{E3DD2ADC-C210-E456-5AF5-0816A0DE41C8}"/>
          </ac:spMkLst>
        </pc:spChg>
        <pc:spChg chg="mod">
          <ac:chgData name="Guest User" userId="" providerId="Windows Live" clId="Web-{CE6F7CAE-E2EF-3B8D-7DBA-E52071EF5637}" dt="2026-09-15T19:06:56.158" v="11" actId="1076"/>
          <ac:spMkLst>
            <pc:docMk/>
            <pc:sldMk cId="2997144140" sldId="294"/>
            <ac:spMk id="54" creationId="{3ED949EB-19DE-007E-E7C2-1B2ED5C887A6}"/>
          </ac:spMkLst>
        </pc:spChg>
        <pc:spChg chg="mod">
          <ac:chgData name="Guest User" userId="" providerId="Windows Live" clId="Web-{CE6F7CAE-E2EF-3B8D-7DBA-E52071EF5637}" dt="2026-09-15T19:11:03.385" v="52" actId="1076"/>
          <ac:spMkLst>
            <pc:docMk/>
            <pc:sldMk cId="2997144140" sldId="294"/>
            <ac:spMk id="56" creationId="{1AC0389B-DF14-CF06-8C0D-3DE08E24ECB4}"/>
          </ac:spMkLst>
        </pc:spChg>
        <pc:spChg chg="mod">
          <ac:chgData name="Guest User" userId="" providerId="Windows Live" clId="Web-{CE6F7CAE-E2EF-3B8D-7DBA-E52071EF5637}" dt="2026-09-15T19:07:02.596" v="12" actId="1076"/>
          <ac:spMkLst>
            <pc:docMk/>
            <pc:sldMk cId="2997144140" sldId="294"/>
            <ac:spMk id="58" creationId="{9B981B8B-42FD-108C-CF66-A36A0268D389}"/>
          </ac:spMkLst>
        </pc:spChg>
        <pc:spChg chg="mod">
          <ac:chgData name="Guest User" userId="" providerId="Windows Live" clId="Web-{CE6F7CAE-E2EF-3B8D-7DBA-E52071EF5637}" dt="2026-09-15T19:07:08.237" v="13" actId="1076"/>
          <ac:spMkLst>
            <pc:docMk/>
            <pc:sldMk cId="2997144140" sldId="294"/>
            <ac:spMk id="60" creationId="{BCA4D6DD-B8F3-BFFE-5AE3-6FD02C58F83F}"/>
          </ac:spMkLst>
        </pc:spChg>
        <pc:spChg chg="mod">
          <ac:chgData name="Guest User" userId="" providerId="Windows Live" clId="Web-{CE6F7CAE-E2EF-3B8D-7DBA-E52071EF5637}" dt="2026-09-15T19:11:06.995" v="53" actId="1076"/>
          <ac:spMkLst>
            <pc:docMk/>
            <pc:sldMk cId="2997144140" sldId="294"/>
            <ac:spMk id="62" creationId="{877B8683-7FE8-0FD8-5174-A07C9E3E9DB8}"/>
          </ac:spMkLst>
        </pc:spChg>
        <pc:spChg chg="mod">
          <ac:chgData name="Guest User" userId="" providerId="Windows Live" clId="Web-{CE6F7CAE-E2EF-3B8D-7DBA-E52071EF5637}" dt="2026-09-15T19:11:12.604" v="54" actId="1076"/>
          <ac:spMkLst>
            <pc:docMk/>
            <pc:sldMk cId="2997144140" sldId="294"/>
            <ac:spMk id="17408" creationId="{9CB01AC0-5437-E8DC-426D-8E84F774584B}"/>
          </ac:spMkLst>
        </pc:spChg>
        <pc:spChg chg="mod">
          <ac:chgData name="Guest User" userId="" providerId="Windows Live" clId="Web-{CE6F7CAE-E2EF-3B8D-7DBA-E52071EF5637}" dt="2026-09-15T19:02:49.228" v="0" actId="1076"/>
          <ac:spMkLst>
            <pc:docMk/>
            <pc:sldMk cId="2997144140" sldId="294"/>
            <ac:spMk id="17409" creationId="{00000000-0000-0000-0000-000000000000}"/>
          </ac:spMkLst>
        </pc:spChg>
        <pc:spChg chg="mod">
          <ac:chgData name="Guest User" userId="" providerId="Windows Live" clId="Web-{CE6F7CAE-E2EF-3B8D-7DBA-E52071EF5637}" dt="2026-09-15T19:10:11.009" v="46" actId="1076"/>
          <ac:spMkLst>
            <pc:docMk/>
            <pc:sldMk cId="2997144140" sldId="294"/>
            <ac:spMk id="17438" creationId="{4E81567D-BAD9-314A-98CF-1504EAA13115}"/>
          </ac:spMkLst>
        </pc:spChg>
        <pc:spChg chg="mod">
          <ac:chgData name="Guest User" userId="" providerId="Windows Live" clId="Web-{CE6F7CAE-E2EF-3B8D-7DBA-E52071EF5637}" dt="2026-09-15T19:09:52.930" v="43" actId="1076"/>
          <ac:spMkLst>
            <pc:docMk/>
            <pc:sldMk cId="2997144140" sldId="294"/>
            <ac:spMk id="17440" creationId="{B39A5E69-AEA6-F16F-D0EE-E16FC8930219}"/>
          </ac:spMkLst>
        </pc:spChg>
        <pc:spChg chg="mod">
          <ac:chgData name="Guest User" userId="" providerId="Windows Live" clId="Web-{CE6F7CAE-E2EF-3B8D-7DBA-E52071EF5637}" dt="2026-09-15T19:09:02.600" v="35" actId="1076"/>
          <ac:spMkLst>
            <pc:docMk/>
            <pc:sldMk cId="2997144140" sldId="294"/>
            <ac:spMk id="17442" creationId="{ADBBC4FE-9FD1-AAFA-7F86-CDA605B35C17}"/>
          </ac:spMkLst>
        </pc:spChg>
        <pc:spChg chg="mod">
          <ac:chgData name="Guest User" userId="" providerId="Windows Live" clId="Web-{CE6F7CAE-E2EF-3B8D-7DBA-E52071EF5637}" dt="2026-09-15T19:09:38.570" v="41" actId="1076"/>
          <ac:spMkLst>
            <pc:docMk/>
            <pc:sldMk cId="2997144140" sldId="294"/>
            <ac:spMk id="17444" creationId="{943698F8-DCE6-7169-4DB3-5471E9C13787}"/>
          </ac:spMkLst>
        </pc:spChg>
        <pc:spChg chg="mod">
          <ac:chgData name="Guest User" userId="" providerId="Windows Live" clId="Web-{CE6F7CAE-E2EF-3B8D-7DBA-E52071EF5637}" dt="2026-09-15T19:09:10.850" v="37" actId="1076"/>
          <ac:spMkLst>
            <pc:docMk/>
            <pc:sldMk cId="2997144140" sldId="294"/>
            <ac:spMk id="17446" creationId="{C52FF087-6ED8-FB18-BB43-AE392F65FC2B}"/>
          </ac:spMkLst>
        </pc:spChg>
        <pc:spChg chg="mod">
          <ac:chgData name="Guest User" userId="" providerId="Windows Live" clId="Web-{CE6F7CAE-E2EF-3B8D-7DBA-E52071EF5637}" dt="2026-09-15T19:09:16.319" v="38" actId="1076"/>
          <ac:spMkLst>
            <pc:docMk/>
            <pc:sldMk cId="2997144140" sldId="294"/>
            <ac:spMk id="17448" creationId="{0E658846-C15F-0403-4776-EC5D43930BDF}"/>
          </ac:spMkLst>
        </pc:spChg>
        <pc:spChg chg="mod">
          <ac:chgData name="Guest User" userId="" providerId="Windows Live" clId="Web-{CE6F7CAE-E2EF-3B8D-7DBA-E52071EF5637}" dt="2026-09-15T19:09:29.663" v="40" actId="1076"/>
          <ac:spMkLst>
            <pc:docMk/>
            <pc:sldMk cId="2997144140" sldId="294"/>
            <ac:spMk id="17450" creationId="{DC1A1C45-6D6E-865A-90A4-03F288610807}"/>
          </ac:spMkLst>
        </pc:spChg>
        <pc:spChg chg="mod">
          <ac:chgData name="Guest User" userId="" providerId="Windows Live" clId="Web-{CE6F7CAE-E2EF-3B8D-7DBA-E52071EF5637}" dt="2026-09-15T19:10:02.821" v="45" actId="1076"/>
          <ac:spMkLst>
            <pc:docMk/>
            <pc:sldMk cId="2997144140" sldId="294"/>
            <ac:spMk id="17451" creationId="{2FA924D1-A368-1D2A-B824-65F61ADFBDED}"/>
          </ac:spMkLst>
        </pc:spChg>
        <pc:spChg chg="mod">
          <ac:chgData name="Guest User" userId="" providerId="Windows Live" clId="Web-{CE6F7CAE-E2EF-3B8D-7DBA-E52071EF5637}" dt="2026-09-15T19:07:40.613" v="20" actId="1076"/>
          <ac:spMkLst>
            <pc:docMk/>
            <pc:sldMk cId="2997144140" sldId="294"/>
            <ac:spMk id="17453" creationId="{37CC8115-B992-3BFD-5252-C6BC846203E9}"/>
          </ac:spMkLst>
        </pc:spChg>
        <pc:spChg chg="mod">
          <ac:chgData name="Guest User" userId="" providerId="Windows Live" clId="Web-{CE6F7CAE-E2EF-3B8D-7DBA-E52071EF5637}" dt="2026-09-15T19:08:05.692" v="24" actId="1076"/>
          <ac:spMkLst>
            <pc:docMk/>
            <pc:sldMk cId="2997144140" sldId="294"/>
            <ac:spMk id="17458" creationId="{9AB96B88-F37A-77BA-AB19-F6581018417F}"/>
          </ac:spMkLst>
        </pc:spChg>
        <pc:spChg chg="mod">
          <ac:chgData name="Guest User" userId="" providerId="Windows Live" clId="Web-{CE6F7CAE-E2EF-3B8D-7DBA-E52071EF5637}" dt="2026-09-15T19:08:16.458" v="25" actId="1076"/>
          <ac:spMkLst>
            <pc:docMk/>
            <pc:sldMk cId="2997144140" sldId="294"/>
            <ac:spMk id="17460" creationId="{4BA16F29-6901-5DF6-5FB3-77194B38923E}"/>
          </ac:spMkLst>
        </pc:spChg>
        <pc:spChg chg="mod">
          <ac:chgData name="Guest User" userId="" providerId="Windows Live" clId="Web-{CE6F7CAE-E2EF-3B8D-7DBA-E52071EF5637}" dt="2026-09-15T19:09:44.117" v="42" actId="1076"/>
          <ac:spMkLst>
            <pc:docMk/>
            <pc:sldMk cId="2997144140" sldId="294"/>
            <ac:spMk id="17464" creationId="{163660E5-7DE4-9657-C57C-8CACDF0FB351}"/>
          </ac:spMkLst>
        </pc:spChg>
        <pc:spChg chg="mod">
          <ac:chgData name="Guest User" userId="" providerId="Windows Live" clId="Web-{CE6F7CAE-E2EF-3B8D-7DBA-E52071EF5637}" dt="2026-09-15T19:08:32.193" v="28" actId="1076"/>
          <ac:spMkLst>
            <pc:docMk/>
            <pc:sldMk cId="2997144140" sldId="294"/>
            <ac:spMk id="17466" creationId="{6126BDF7-B432-5799-1BBA-0541FC59D664}"/>
          </ac:spMkLst>
        </pc:spChg>
        <pc:spChg chg="mod">
          <ac:chgData name="Guest User" userId="" providerId="Windows Live" clId="Web-{CE6F7CAE-E2EF-3B8D-7DBA-E52071EF5637}" dt="2026-09-15T19:10:31.259" v="47" actId="1076"/>
          <ac:spMkLst>
            <pc:docMk/>
            <pc:sldMk cId="2997144140" sldId="294"/>
            <ac:spMk id="17468" creationId="{1A35DFD0-4D6B-114E-1A5C-5A11AF6B9142}"/>
          </ac:spMkLst>
        </pc:spChg>
        <pc:spChg chg="mod">
          <ac:chgData name="Guest User" userId="" providerId="Windows Live" clId="Web-{CE6F7CAE-E2EF-3B8D-7DBA-E52071EF5637}" dt="2026-09-15T19:08:37.380" v="29" actId="1076"/>
          <ac:spMkLst>
            <pc:docMk/>
            <pc:sldMk cId="2997144140" sldId="294"/>
            <ac:spMk id="17470" creationId="{C8D76717-3B47-ACB9-F3F6-F647C948AA67}"/>
          </ac:spMkLst>
        </pc:spChg>
        <pc:spChg chg="mod">
          <ac:chgData name="Guest User" userId="" providerId="Windows Live" clId="Web-{CE6F7CAE-E2EF-3B8D-7DBA-E52071EF5637}" dt="2026-09-15T19:10:43.603" v="49" actId="1076"/>
          <ac:spMkLst>
            <pc:docMk/>
            <pc:sldMk cId="2997144140" sldId="294"/>
            <ac:spMk id="17472" creationId="{C48F2424-134E-B129-7956-2A872CE10439}"/>
          </ac:spMkLst>
        </pc:spChg>
        <pc:spChg chg="mod">
          <ac:chgData name="Guest User" userId="" providerId="Windows Live" clId="Web-{CE6F7CAE-E2EF-3B8D-7DBA-E52071EF5637}" dt="2026-09-15T19:09:22.085" v="39" actId="1076"/>
          <ac:spMkLst>
            <pc:docMk/>
            <pc:sldMk cId="2997144140" sldId="294"/>
            <ac:spMk id="17474" creationId="{E991E9A7-861C-88F1-8034-25910F4D5A48}"/>
          </ac:spMkLst>
        </pc:spChg>
        <pc:spChg chg="mod">
          <ac:chgData name="Guest User" userId="" providerId="Windows Live" clId="Web-{CE6F7CAE-E2EF-3B8D-7DBA-E52071EF5637}" dt="2026-09-15T19:10:51.776" v="50" actId="1076"/>
          <ac:spMkLst>
            <pc:docMk/>
            <pc:sldMk cId="2997144140" sldId="294"/>
            <ac:spMk id="17476" creationId="{D273A97B-76A0-972F-45C5-D50D0E9524E8}"/>
          </ac:spMkLst>
        </pc:spChg>
        <pc:spChg chg="mod">
          <ac:chgData name="Guest User" userId="" providerId="Windows Live" clId="Web-{CE6F7CAE-E2EF-3B8D-7DBA-E52071EF5637}" dt="2026-09-15T19:08:45.146" v="31" actId="1076"/>
          <ac:spMkLst>
            <pc:docMk/>
            <pc:sldMk cId="2997144140" sldId="294"/>
            <ac:spMk id="17480" creationId="{60A4DAF9-51D2-5F82-1F9F-DAD5A853ECDA}"/>
          </ac:spMkLst>
        </pc:spChg>
        <pc:spChg chg="mod">
          <ac:chgData name="Guest User" userId="" providerId="Windows Live" clId="Web-{CE6F7CAE-E2EF-3B8D-7DBA-E52071EF5637}" dt="2026-09-15T19:10:58.698" v="51" actId="1076"/>
          <ac:spMkLst>
            <pc:docMk/>
            <pc:sldMk cId="2997144140" sldId="294"/>
            <ac:spMk id="17482" creationId="{5463D29E-DFD0-9736-774C-DD56BD440779}"/>
          </ac:spMkLst>
        </pc:spChg>
        <pc:spChg chg="mod">
          <ac:chgData name="Guest User" userId="" providerId="Windows Live" clId="Web-{CE6F7CAE-E2EF-3B8D-7DBA-E52071EF5637}" dt="2026-09-15T19:31:39.795" v="185" actId="1076"/>
          <ac:spMkLst>
            <pc:docMk/>
            <pc:sldMk cId="2997144140" sldId="294"/>
            <ac:spMk id="17484" creationId="{4525C9F9-44D7-C504-4C7F-96A2717ACBE1}"/>
          </ac:spMkLst>
        </pc:spChg>
        <pc:spChg chg="mod">
          <ac:chgData name="Guest User" userId="" providerId="Windows Live" clId="Web-{CE6F7CAE-E2EF-3B8D-7DBA-E52071EF5637}" dt="2026-09-15T19:13:33.984" v="75" actId="1076"/>
          <ac:spMkLst>
            <pc:docMk/>
            <pc:sldMk cId="2997144140" sldId="294"/>
            <ac:spMk id="17488" creationId="{C7723D18-F037-0D0C-7F39-8477689C41A5}"/>
          </ac:spMkLst>
        </pc:spChg>
        <pc:spChg chg="mod">
          <ac:chgData name="Guest User" userId="" providerId="Windows Live" clId="Web-{CE6F7CAE-E2EF-3B8D-7DBA-E52071EF5637}" dt="2026-09-15T19:13:01.436" v="70" actId="1076"/>
          <ac:spMkLst>
            <pc:docMk/>
            <pc:sldMk cId="2997144140" sldId="294"/>
            <ac:spMk id="17512" creationId="{A33D4C0D-2F7C-A4C2-3F52-52F1CF0DFCA9}"/>
          </ac:spMkLst>
        </pc:spChg>
        <pc:spChg chg="mod">
          <ac:chgData name="Guest User" userId="" providerId="Windows Live" clId="Web-{CE6F7CAE-E2EF-3B8D-7DBA-E52071EF5637}" dt="2026-09-15T19:13:08.077" v="71" actId="1076"/>
          <ac:spMkLst>
            <pc:docMk/>
            <pc:sldMk cId="2997144140" sldId="294"/>
            <ac:spMk id="17514" creationId="{DD66C781-851E-7623-55A5-DCE9633BD26E}"/>
          </ac:spMkLst>
        </pc:spChg>
        <pc:spChg chg="mod">
          <ac:chgData name="Guest User" userId="" providerId="Windows Live" clId="Web-{CE6F7CAE-E2EF-3B8D-7DBA-E52071EF5637}" dt="2026-09-15T19:15:09.284" v="96" actId="20577"/>
          <ac:spMkLst>
            <pc:docMk/>
            <pc:sldMk cId="2997144140" sldId="294"/>
            <ac:spMk id="17518" creationId="{E34FA316-08F0-5178-3098-DE9109D33DA5}"/>
          </ac:spMkLst>
        </pc:spChg>
        <pc:spChg chg="mod">
          <ac:chgData name="Guest User" userId="" providerId="Windows Live" clId="Web-{CE6F7CAE-E2EF-3B8D-7DBA-E52071EF5637}" dt="2026-09-15T19:13:17.734" v="73" actId="1076"/>
          <ac:spMkLst>
            <pc:docMk/>
            <pc:sldMk cId="2997144140" sldId="294"/>
            <ac:spMk id="17520" creationId="{584B64C3-6DAE-2F70-1458-C0A4F45E2984}"/>
          </ac:spMkLst>
        </pc:spChg>
        <pc:spChg chg="mod">
          <ac:chgData name="Guest User" userId="" providerId="Windows Live" clId="Web-{CE6F7CAE-E2EF-3B8D-7DBA-E52071EF5637}" dt="2026-09-15T19:15:34.926" v="99" actId="14100"/>
          <ac:spMkLst>
            <pc:docMk/>
            <pc:sldMk cId="2997144140" sldId="294"/>
            <ac:spMk id="17522" creationId="{7DDB07F6-44FA-8EDB-65B9-ABE92CAF8411}"/>
          </ac:spMkLst>
        </pc:spChg>
        <pc:spChg chg="mod">
          <ac:chgData name="Guest User" userId="" providerId="Windows Live" clId="Web-{CE6F7CAE-E2EF-3B8D-7DBA-E52071EF5637}" dt="2026-09-15T19:20:09.373" v="149" actId="14100"/>
          <ac:spMkLst>
            <pc:docMk/>
            <pc:sldMk cId="2997144140" sldId="294"/>
            <ac:spMk id="17528" creationId="{0C487FB3-3579-685D-EE94-C9B557D67DD3}"/>
          </ac:spMkLst>
        </pc:spChg>
        <pc:spChg chg="mod">
          <ac:chgData name="Guest User" userId="" providerId="Windows Live" clId="Web-{CE6F7CAE-E2EF-3B8D-7DBA-E52071EF5637}" dt="2026-09-15T19:17:36.915" v="118" actId="20577"/>
          <ac:spMkLst>
            <pc:docMk/>
            <pc:sldMk cId="2997144140" sldId="294"/>
            <ac:spMk id="17535" creationId="{5CCCCD83-988A-3024-B519-780FCAA4B126}"/>
          </ac:spMkLst>
        </pc:spChg>
        <pc:spChg chg="mod">
          <ac:chgData name="Guest User" userId="" providerId="Windows Live" clId="Web-{CE6F7CAE-E2EF-3B8D-7DBA-E52071EF5637}" dt="2026-09-15T19:17:43.180" v="120" actId="20577"/>
          <ac:spMkLst>
            <pc:docMk/>
            <pc:sldMk cId="2997144140" sldId="294"/>
            <ac:spMk id="17539" creationId="{15E8CB31-020C-3974-169B-944600C2D3CE}"/>
          </ac:spMkLst>
        </pc:spChg>
        <pc:spChg chg="mod">
          <ac:chgData name="Guest User" userId="" providerId="Windows Live" clId="Web-{CE6F7CAE-E2EF-3B8D-7DBA-E52071EF5637}" dt="2026-09-15T19:17:50.493" v="122" actId="20577"/>
          <ac:spMkLst>
            <pc:docMk/>
            <pc:sldMk cId="2997144140" sldId="294"/>
            <ac:spMk id="17543" creationId="{C494553B-4DE6-DB1E-9776-3EA78DB374FC}"/>
          </ac:spMkLst>
        </pc:spChg>
        <pc:spChg chg="mod">
          <ac:chgData name="Guest User" userId="" providerId="Windows Live" clId="Web-{CE6F7CAE-E2EF-3B8D-7DBA-E52071EF5637}" dt="2026-09-15T19:19:28.028" v="144" actId="14100"/>
          <ac:spMkLst>
            <pc:docMk/>
            <pc:sldMk cId="2997144140" sldId="294"/>
            <ac:spMk id="17545" creationId="{1716D223-08A9-DC13-5D76-209A624C29F6}"/>
          </ac:spMkLst>
        </pc:spChg>
        <pc:picChg chg="mod">
          <ac:chgData name="Guest User" userId="" providerId="Windows Live" clId="Web-{CE6F7CAE-E2EF-3B8D-7DBA-E52071EF5637}" dt="2026-09-15T19:02:56.931" v="2" actId="1076"/>
          <ac:picMkLst>
            <pc:docMk/>
            <pc:sldMk cId="2997144140" sldId="294"/>
            <ac:picMk id="11" creationId="{00000000-0000-0000-0000-000000000000}"/>
          </ac:picMkLst>
        </pc:picChg>
        <pc:picChg chg="mod">
          <ac:chgData name="Guest User" userId="" providerId="Windows Live" clId="Web-{CE6F7CAE-E2EF-3B8D-7DBA-E52071EF5637}" dt="2026-09-15T20:03:16.006" v="268" actId="14100"/>
          <ac:picMkLst>
            <pc:docMk/>
            <pc:sldMk cId="2997144140" sldId="294"/>
            <ac:picMk id="36" creationId="{C2FFE457-79A7-19A1-4C38-E4BA0408D436}"/>
          </ac:picMkLst>
        </pc:picChg>
        <pc:picChg chg="mod">
          <ac:chgData name="Guest User" userId="" providerId="Windows Live" clId="Web-{CE6F7CAE-E2EF-3B8D-7DBA-E52071EF5637}" dt="2026-09-15T19:09:58.571" v="44" actId="1076"/>
          <ac:picMkLst>
            <pc:docMk/>
            <pc:sldMk cId="2997144140" sldId="294"/>
            <ac:picMk id="17423" creationId="{607DAD24-FF4A-5C10-5F85-50B634589F24}"/>
          </ac:picMkLst>
        </pc:picChg>
        <pc:picChg chg="mod">
          <ac:chgData name="Guest User" userId="" providerId="Windows Live" clId="Web-{CE6F7CAE-E2EF-3B8D-7DBA-E52071EF5637}" dt="2026-09-15T19:07:13.878" v="14" actId="1076"/>
          <ac:picMkLst>
            <pc:docMk/>
            <pc:sldMk cId="2997144140" sldId="294"/>
            <ac:picMk id="17425" creationId="{331D23D2-7950-B8E4-80A6-30837D582EAF}"/>
          </ac:picMkLst>
        </pc:picChg>
        <pc:picChg chg="mod">
          <ac:chgData name="Guest User" userId="" providerId="Windows Live" clId="Web-{CE6F7CAE-E2EF-3B8D-7DBA-E52071EF5637}" dt="2026-09-15T19:07:17.065" v="15" actId="1076"/>
          <ac:picMkLst>
            <pc:docMk/>
            <pc:sldMk cId="2997144140" sldId="294"/>
            <ac:picMk id="17429" creationId="{5A7DA7CA-987B-06EF-FF37-012089D45F80}"/>
          </ac:picMkLst>
        </pc:picChg>
        <pc:picChg chg="mod">
          <ac:chgData name="Guest User" userId="" providerId="Windows Live" clId="Web-{CE6F7CAE-E2EF-3B8D-7DBA-E52071EF5637}" dt="2026-09-15T19:08:28.724" v="27" actId="1076"/>
          <ac:picMkLst>
            <pc:docMk/>
            <pc:sldMk cId="2997144140" sldId="294"/>
            <ac:picMk id="17431" creationId="{1EF3EBD7-4D22-B46E-085C-67EE957A064E}"/>
          </ac:picMkLst>
        </pc:picChg>
        <pc:picChg chg="mod">
          <ac:chgData name="Guest User" userId="" providerId="Windows Live" clId="Web-{CE6F7CAE-E2EF-3B8D-7DBA-E52071EF5637}" dt="2026-09-15T19:08:54.912" v="34" actId="1076"/>
          <ac:picMkLst>
            <pc:docMk/>
            <pc:sldMk cId="2997144140" sldId="294"/>
            <ac:picMk id="17433" creationId="{E9FA74BE-3FB1-12C0-3B6A-773E0A803C13}"/>
          </ac:picMkLst>
        </pc:picChg>
        <pc:picChg chg="mod">
          <ac:chgData name="Guest User" userId="" providerId="Windows Live" clId="Web-{CE6F7CAE-E2EF-3B8D-7DBA-E52071EF5637}" dt="2026-09-15T19:08:48.865" v="32" actId="1076"/>
          <ac:picMkLst>
            <pc:docMk/>
            <pc:sldMk cId="2997144140" sldId="294"/>
            <ac:picMk id="17435" creationId="{D7DAFBC8-4625-071E-FB31-CE7050ED7927}"/>
          </ac:picMkLst>
        </pc:picChg>
        <pc:picChg chg="mod">
          <ac:chgData name="Guest User" userId="" providerId="Windows Live" clId="Web-{CE6F7CAE-E2EF-3B8D-7DBA-E52071EF5637}" dt="2026-09-15T19:08:51.709" v="33" actId="1076"/>
          <ac:picMkLst>
            <pc:docMk/>
            <pc:sldMk cId="2997144140" sldId="294"/>
            <ac:picMk id="17437" creationId="{16BFDF76-85F7-01D4-8685-9D535199B331}"/>
          </ac:picMkLst>
        </pc:picChg>
        <pc:picChg chg="mod">
          <ac:chgData name="Guest User" userId="" providerId="Windows Live" clId="Web-{CE6F7CAE-E2EF-3B8D-7DBA-E52071EF5637}" dt="2026-09-15T19:12:54.389" v="69" actId="1076"/>
          <ac:picMkLst>
            <pc:docMk/>
            <pc:sldMk cId="2997144140" sldId="294"/>
            <ac:picMk id="17503" creationId="{85382374-6165-1873-FACD-77DF8D01862B}"/>
          </ac:picMkLst>
        </pc:picChg>
        <pc:picChg chg="mod">
          <ac:chgData name="Guest User" userId="" providerId="Windows Live" clId="Web-{CE6F7CAE-E2EF-3B8D-7DBA-E52071EF5637}" dt="2026-09-15T19:12:51.217" v="68" actId="1076"/>
          <ac:picMkLst>
            <pc:docMk/>
            <pc:sldMk cId="2997144140" sldId="294"/>
            <ac:picMk id="17507" creationId="{B99A9272-DFAD-C45F-F593-7CFEF66C5750}"/>
          </ac:picMkLst>
        </pc:picChg>
        <pc:picChg chg="mod">
          <ac:chgData name="Guest User" userId="" providerId="Windows Live" clId="Web-{CE6F7CAE-E2EF-3B8D-7DBA-E52071EF5637}" dt="2026-09-15T19:12:43.842" v="66" actId="1076"/>
          <ac:picMkLst>
            <pc:docMk/>
            <pc:sldMk cId="2997144140" sldId="294"/>
            <ac:picMk id="17509" creationId="{2846B0BC-8830-E986-8939-2004DEC13D87}"/>
          </ac:picMkLst>
        </pc:picChg>
        <pc:picChg chg="mod">
          <ac:chgData name="Guest User" userId="" providerId="Windows Live" clId="Web-{CE6F7CAE-E2EF-3B8D-7DBA-E52071EF5637}" dt="2026-09-15T19:12:48.139" v="67" actId="1076"/>
          <ac:picMkLst>
            <pc:docMk/>
            <pc:sldMk cId="2997144140" sldId="294"/>
            <ac:picMk id="17511" creationId="{B70A6442-90FD-E2F2-4BD2-85E6512433B4}"/>
          </ac:picMkLst>
        </pc:picChg>
        <pc:picChg chg="mod">
          <ac:chgData name="Guest User" userId="" providerId="Windows Live" clId="Web-{CE6F7CAE-E2EF-3B8D-7DBA-E52071EF5637}" dt="2026-09-15T19:17:03.601" v="111" actId="1076"/>
          <ac:picMkLst>
            <pc:docMk/>
            <pc:sldMk cId="2997144140" sldId="294"/>
            <ac:picMk id="17537" creationId="{849FFFF7-9662-5109-0288-09F8AEB6A2AF}"/>
          </ac:picMkLst>
        </pc:picChg>
        <pc:picChg chg="mod">
          <ac:chgData name="Guest User" userId="" providerId="Windows Live" clId="Web-{CE6F7CAE-E2EF-3B8D-7DBA-E52071EF5637}" dt="2026-09-15T19:18:05.634" v="126" actId="1076"/>
          <ac:picMkLst>
            <pc:docMk/>
            <pc:sldMk cId="2997144140" sldId="294"/>
            <ac:picMk id="17547" creationId="{9FEE77CE-B373-4329-50F3-5FB236284EEF}"/>
          </ac:picMkLst>
        </pc:picChg>
        <pc:picChg chg="mod">
          <ac:chgData name="Guest User" userId="" providerId="Windows Live" clId="Web-{CE6F7CAE-E2EF-3B8D-7DBA-E52071EF5637}" dt="2026-09-15T19:18:03.165" v="125" actId="1076"/>
          <ac:picMkLst>
            <pc:docMk/>
            <pc:sldMk cId="2997144140" sldId="294"/>
            <ac:picMk id="17549" creationId="{23675DDB-6E61-40A1-BEF6-F112A9DF4405}"/>
          </ac:picMkLst>
        </pc:picChg>
      </pc:sldChg>
      <pc:sldChg chg="modSp">
        <pc:chgData name="Guest User" userId="" providerId="Windows Live" clId="Web-{CE6F7CAE-E2EF-3B8D-7DBA-E52071EF5637}" dt="2026-09-15T20:01:56.504" v="267" actId="1076"/>
        <pc:sldMkLst>
          <pc:docMk/>
          <pc:sldMk cId="3916788613" sldId="296"/>
        </pc:sldMkLst>
        <pc:spChg chg="mod">
          <ac:chgData name="Guest User" userId="" providerId="Windows Live" clId="Web-{CE6F7CAE-E2EF-3B8D-7DBA-E52071EF5637}" dt="2026-09-15T19:30:00.299" v="168" actId="1076"/>
          <ac:spMkLst>
            <pc:docMk/>
            <pc:sldMk cId="3916788613" sldId="296"/>
            <ac:spMk id="11" creationId="{BB970956-50A7-9305-50B9-8BDAE0753547}"/>
          </ac:spMkLst>
        </pc:spChg>
        <pc:spChg chg="mod">
          <ac:chgData name="Guest User" userId="" providerId="Windows Live" clId="Web-{CE6F7CAE-E2EF-3B8D-7DBA-E52071EF5637}" dt="2026-09-15T19:59:20.608" v="239" actId="14100"/>
          <ac:spMkLst>
            <pc:docMk/>
            <pc:sldMk cId="3916788613" sldId="296"/>
            <ac:spMk id="17" creationId="{CA2109FD-7A9C-F0C3-6B12-F7874A4DDFB5}"/>
          </ac:spMkLst>
        </pc:spChg>
        <pc:spChg chg="mod">
          <ac:chgData name="Guest User" userId="" providerId="Windows Live" clId="Web-{CE6F7CAE-E2EF-3B8D-7DBA-E52071EF5637}" dt="2026-09-15T20:01:19.455" v="261" actId="20577"/>
          <ac:spMkLst>
            <pc:docMk/>
            <pc:sldMk cId="3916788613" sldId="296"/>
            <ac:spMk id="20" creationId="{CCC3E4B5-F9E7-1169-648D-1B533C41B395}"/>
          </ac:spMkLst>
        </pc:spChg>
        <pc:spChg chg="mod">
          <ac:chgData name="Guest User" userId="" providerId="Windows Live" clId="Web-{CE6F7CAE-E2EF-3B8D-7DBA-E52071EF5637}" dt="2026-09-15T19:59:32.874" v="241" actId="1076"/>
          <ac:spMkLst>
            <pc:docMk/>
            <pc:sldMk cId="3916788613" sldId="296"/>
            <ac:spMk id="23" creationId="{7779B3AA-F34D-63D9-C877-B37FB8644C0F}"/>
          </ac:spMkLst>
        </pc:spChg>
        <pc:spChg chg="mod">
          <ac:chgData name="Guest User" userId="" providerId="Windows Live" clId="Web-{CE6F7CAE-E2EF-3B8D-7DBA-E52071EF5637}" dt="2026-09-15T19:29:07.360" v="161" actId="1076"/>
          <ac:spMkLst>
            <pc:docMk/>
            <pc:sldMk cId="3916788613" sldId="296"/>
            <ac:spMk id="25" creationId="{40291122-D6C0-FDA3-4BD1-13FA40690A18}"/>
          </ac:spMkLst>
        </pc:spChg>
        <pc:spChg chg="mod">
          <ac:chgData name="Guest User" userId="" providerId="Windows Live" clId="Web-{CE6F7CAE-E2EF-3B8D-7DBA-E52071EF5637}" dt="2026-09-15T20:01:56.504" v="267" actId="1076"/>
          <ac:spMkLst>
            <pc:docMk/>
            <pc:sldMk cId="3916788613" sldId="296"/>
            <ac:spMk id="26" creationId="{0E812E51-E914-E4B0-2489-DE8A7DEF24B7}"/>
          </ac:spMkLst>
        </pc:spChg>
        <pc:spChg chg="mod">
          <ac:chgData name="Guest User" userId="" providerId="Windows Live" clId="Web-{CE6F7CAE-E2EF-3B8D-7DBA-E52071EF5637}" dt="2026-09-15T20:01:33.097" v="263" actId="20577"/>
          <ac:spMkLst>
            <pc:docMk/>
            <pc:sldMk cId="3916788613" sldId="296"/>
            <ac:spMk id="28" creationId="{14A706E4-2582-085E-BB1E-A8D92F666840}"/>
          </ac:spMkLst>
        </pc:spChg>
        <pc:spChg chg="mod">
          <ac:chgData name="Guest User" userId="" providerId="Windows Live" clId="Web-{CE6F7CAE-E2EF-3B8D-7DBA-E52071EF5637}" dt="2026-09-15T19:59:44.374" v="243" actId="1076"/>
          <ac:spMkLst>
            <pc:docMk/>
            <pc:sldMk cId="3916788613" sldId="296"/>
            <ac:spMk id="30" creationId="{FB178914-396F-3026-118D-8C8530FA37C4}"/>
          </ac:spMkLst>
        </pc:spChg>
        <pc:spChg chg="mod">
          <ac:chgData name="Guest User" userId="" providerId="Windows Live" clId="Web-{CE6F7CAE-E2EF-3B8D-7DBA-E52071EF5637}" dt="2026-09-15T20:01:45.816" v="266" actId="20577"/>
          <ac:spMkLst>
            <pc:docMk/>
            <pc:sldMk cId="3916788613" sldId="296"/>
            <ac:spMk id="33" creationId="{DB01FFC7-D554-177F-E97A-0AE7EFCC0180}"/>
          </ac:spMkLst>
        </pc:spChg>
        <pc:spChg chg="mod">
          <ac:chgData name="Guest User" userId="" providerId="Windows Live" clId="Web-{CE6F7CAE-E2EF-3B8D-7DBA-E52071EF5637}" dt="2026-09-15T19:29:37.674" v="164" actId="1076"/>
          <ac:spMkLst>
            <pc:docMk/>
            <pc:sldMk cId="3916788613" sldId="296"/>
            <ac:spMk id="17409" creationId="{00000000-0000-0000-0000-000000000000}"/>
          </ac:spMkLst>
        </pc:spChg>
        <pc:picChg chg="mod">
          <ac:chgData name="Guest User" userId="" providerId="Windows Live" clId="Web-{CE6F7CAE-E2EF-3B8D-7DBA-E52071EF5637}" dt="2026-09-15T19:29:07.344" v="160" actId="1076"/>
          <ac:picMkLst>
            <pc:docMk/>
            <pc:sldMk cId="3916788613" sldId="296"/>
            <ac:picMk id="4" creationId="{8229680F-DB94-FD95-D190-756D8534E29C}"/>
          </ac:picMkLst>
        </pc:picChg>
        <pc:picChg chg="mod">
          <ac:chgData name="Guest User" userId="" providerId="Windows Live" clId="Web-{CE6F7CAE-E2EF-3B8D-7DBA-E52071EF5637}" dt="2026-09-15T19:29:51.127" v="167" actId="1076"/>
          <ac:picMkLst>
            <pc:docMk/>
            <pc:sldMk cId="3916788613" sldId="296"/>
            <ac:picMk id="12" creationId="{00000000-0000-0000-0000-000000000000}"/>
          </ac:picMkLst>
        </pc:picChg>
      </pc:sldChg>
    </pc:docChg>
  </pc:docChgLst>
  <pc:docChgLst>
    <pc:chgData name="Guest User" providerId="Windows Live" clId="Web-{9CC99713-B386-92BA-16A5-1CD70EA956C6}"/>
    <pc:docChg chg="delSld">
      <pc:chgData name="Guest User" userId="" providerId="Windows Live" clId="Web-{9CC99713-B386-92BA-16A5-1CD70EA956C6}" dt="2026-09-11T16:03:44.311" v="0"/>
      <pc:docMkLst>
        <pc:docMk/>
      </pc:docMkLst>
      <pc:sldChg chg="del">
        <pc:chgData name="Guest User" userId="" providerId="Windows Live" clId="Web-{9CC99713-B386-92BA-16A5-1CD70EA956C6}" dt="2026-09-11T16:03:44.311" v="0"/>
        <pc:sldMkLst>
          <pc:docMk/>
          <pc:sldMk cId="3916788613" sldId="296"/>
        </pc:sldMkLst>
      </pc:sldChg>
    </pc:docChg>
  </pc:docChgLst>
  <pc:docChgLst>
    <pc:chgData name="Guest User" providerId="Windows Live" clId="Web-{8C65FCEF-5DF1-62ED-FE41-36D5FB2F3C6D}"/>
    <pc:docChg chg="modSld">
      <pc:chgData name="Guest User" userId="" providerId="Windows Live" clId="Web-{8C65FCEF-5DF1-62ED-FE41-36D5FB2F3C6D}" dt="2026-09-14T17:41:04.126" v="153" actId="1076"/>
      <pc:docMkLst>
        <pc:docMk/>
      </pc:docMkLst>
      <pc:sldChg chg="modSp">
        <pc:chgData name="Guest User" userId="" providerId="Windows Live" clId="Web-{8C65FCEF-5DF1-62ED-FE41-36D5FB2F3C6D}" dt="2026-09-14T17:41:04.126" v="153" actId="1076"/>
        <pc:sldMkLst>
          <pc:docMk/>
          <pc:sldMk cId="0" sldId="259"/>
        </pc:sldMkLst>
      </pc:sldChg>
      <pc:sldChg chg="addSp delSp modSp">
        <pc:chgData name="Guest User" userId="" providerId="Windows Live" clId="Web-{8C65FCEF-5DF1-62ED-FE41-36D5FB2F3C6D}" dt="2026-09-14T17:39:46.610" v="152" actId="14100"/>
        <pc:sldMkLst>
          <pc:docMk/>
          <pc:sldMk cId="0" sldId="281"/>
        </pc:sldMkLst>
        <pc:spChg chg="add">
          <ac:chgData name="Guest User" userId="" providerId="Windows Live" clId="Web-{8C65FCEF-5DF1-62ED-FE41-36D5FB2F3C6D}" dt="2026-09-14T17:20:36.868" v="33"/>
          <ac:spMkLst>
            <pc:docMk/>
            <pc:sldMk cId="0" sldId="281"/>
            <ac:spMk id="2" creationId="{6DDD815B-8296-D033-44CA-35D113E6B899}"/>
          </ac:spMkLst>
        </pc:spChg>
        <pc:spChg chg="add mod">
          <ac:chgData name="Guest User" userId="" providerId="Windows Live" clId="Web-{8C65FCEF-5DF1-62ED-FE41-36D5FB2F3C6D}" dt="2026-09-14T17:38:09.735" v="149" actId="1076"/>
          <ac:spMkLst>
            <pc:docMk/>
            <pc:sldMk cId="0" sldId="281"/>
            <ac:spMk id="3" creationId="{E69AE6D2-637D-AA4D-4A76-BAC5EB5F4F01}"/>
          </ac:spMkLst>
        </pc:spChg>
        <pc:spChg chg="mod">
          <ac:chgData name="Guest User" userId="" providerId="Windows Live" clId="Web-{8C65FCEF-5DF1-62ED-FE41-36D5FB2F3C6D}" dt="2026-09-14T16:59:47.293" v="17" actId="1076"/>
          <ac:spMkLst>
            <pc:docMk/>
            <pc:sldMk cId="0" sldId="281"/>
            <ac:spMk id="42" creationId="{DF327CE6-2423-BADF-7105-82B1BDC100B7}"/>
          </ac:spMkLst>
        </pc:spChg>
        <pc:spChg chg="mod">
          <ac:chgData name="Guest User" userId="" providerId="Windows Live" clId="Web-{8C65FCEF-5DF1-62ED-FE41-36D5FB2F3C6D}" dt="2026-09-14T17:20:06.242" v="28" actId="1076"/>
          <ac:spMkLst>
            <pc:docMk/>
            <pc:sldMk cId="0" sldId="281"/>
            <ac:spMk id="45" creationId="{A3F9EEFF-A059-9DF6-E07D-EC28393EB893}"/>
          </ac:spMkLst>
        </pc:spChg>
        <pc:spChg chg="mod">
          <ac:chgData name="Guest User" userId="" providerId="Windows Live" clId="Web-{8C65FCEF-5DF1-62ED-FE41-36D5FB2F3C6D}" dt="2026-09-14T17:20:13.086" v="29" actId="1076"/>
          <ac:spMkLst>
            <pc:docMk/>
            <pc:sldMk cId="0" sldId="281"/>
            <ac:spMk id="46" creationId="{D10065C3-C290-CE24-853B-758FF016F077}"/>
          </ac:spMkLst>
        </pc:spChg>
        <pc:spChg chg="mod">
          <ac:chgData name="Guest User" userId="" providerId="Windows Live" clId="Web-{8C65FCEF-5DF1-62ED-FE41-36D5FB2F3C6D}" dt="2026-09-14T16:58:10.446" v="0" actId="1076"/>
          <ac:spMkLst>
            <pc:docMk/>
            <pc:sldMk cId="0" sldId="281"/>
            <ac:spMk id="61" creationId="{B1E3F1B8-6B80-E26C-7037-F6809BB49126}"/>
          </ac:spMkLst>
        </pc:spChg>
        <pc:spChg chg="mod">
          <ac:chgData name="Guest User" userId="" providerId="Windows Live" clId="Web-{8C65FCEF-5DF1-62ED-FE41-36D5FB2F3C6D}" dt="2026-09-14T17:28:56.510" v="141" actId="20577"/>
          <ac:spMkLst>
            <pc:docMk/>
            <pc:sldMk cId="0" sldId="281"/>
            <ac:spMk id="62" creationId="{8B4AE492-C8FB-D612-8256-4A067A096FC5}"/>
          </ac:spMkLst>
        </pc:spChg>
        <pc:spChg chg="mod">
          <ac:chgData name="Guest User" userId="" providerId="Windows Live" clId="Web-{8C65FCEF-5DF1-62ED-FE41-36D5FB2F3C6D}" dt="2026-09-14T16:59:52.027" v="18" actId="1076"/>
          <ac:spMkLst>
            <pc:docMk/>
            <pc:sldMk cId="0" sldId="281"/>
            <ac:spMk id="15363" creationId="{5E716B7D-A102-11B7-A606-B6C283CB4659}"/>
          </ac:spMkLst>
        </pc:spChg>
        <pc:picChg chg="mod">
          <ac:chgData name="Guest User" userId="" providerId="Windows Live" clId="Web-{8C65FCEF-5DF1-62ED-FE41-36D5FB2F3C6D}" dt="2026-09-14T17:20:52.196" v="34" actId="14100"/>
          <ac:picMkLst>
            <pc:docMk/>
            <pc:sldMk cId="0" sldId="281"/>
            <ac:picMk id="4" creationId="{7CF25580-E653-D8BC-FB86-8C81838A604B}"/>
          </ac:picMkLst>
        </pc:picChg>
      </pc:sldChg>
    </pc:docChg>
  </pc:docChgLst>
  <pc:docChgLst>
    <pc:chgData name="Guest User" providerId="Windows Live" clId="Web-{E0BC8CBA-04F7-6140-23D2-C9CB77C5CABE}"/>
    <pc:docChg chg="modSld">
      <pc:chgData name="Guest User" userId="" providerId="Windows Live" clId="Web-{E0BC8CBA-04F7-6140-23D2-C9CB77C5CABE}" dt="2026-09-11T14:18:32.844" v="16" actId="1076"/>
      <pc:docMkLst>
        <pc:docMk/>
      </pc:docMkLst>
      <pc:sldChg chg="modSp">
        <pc:chgData name="Guest User" userId="" providerId="Windows Live" clId="Web-{E0BC8CBA-04F7-6140-23D2-C9CB77C5CABE}" dt="2026-09-11T14:18:32.844" v="16" actId="1076"/>
        <pc:sldMkLst>
          <pc:docMk/>
          <pc:sldMk cId="0" sldId="290"/>
        </pc:sldMkLst>
        <pc:picChg chg="mod">
          <ac:chgData name="Guest User" userId="" providerId="Windows Live" clId="Web-{E0BC8CBA-04F7-6140-23D2-C9CB77C5CABE}" dt="2026-09-11T14:18:13.937" v="10" actId="1076"/>
          <ac:picMkLst>
            <pc:docMk/>
            <pc:sldMk cId="0" sldId="290"/>
            <ac:picMk id="19" creationId="{F07D79D9-4FAC-655B-9737-5E7696EAB8B9}"/>
          </ac:picMkLst>
        </pc:picChg>
        <pc:picChg chg="mod">
          <ac:chgData name="Guest User" userId="" providerId="Windows Live" clId="Web-{E0BC8CBA-04F7-6140-23D2-C9CB77C5CABE}" dt="2026-09-11T14:17:56.671" v="5" actId="1076"/>
          <ac:picMkLst>
            <pc:docMk/>
            <pc:sldMk cId="0" sldId="290"/>
            <ac:picMk id="24" creationId="{07215D63-BF09-17ED-1516-6C178788068E}"/>
          </ac:picMkLst>
        </pc:picChg>
        <pc:picChg chg="mod">
          <ac:chgData name="Guest User" userId="" providerId="Windows Live" clId="Web-{E0BC8CBA-04F7-6140-23D2-C9CB77C5CABE}" dt="2026-09-11T14:17:54.030" v="4" actId="1076"/>
          <ac:picMkLst>
            <pc:docMk/>
            <pc:sldMk cId="0" sldId="290"/>
            <ac:picMk id="38" creationId="{1F435096-63DF-595A-E005-1F92C05E983D}"/>
          </ac:picMkLst>
        </pc:picChg>
        <pc:picChg chg="mod">
          <ac:chgData name="Guest User" userId="" providerId="Windows Live" clId="Web-{E0BC8CBA-04F7-6140-23D2-C9CB77C5CABE}" dt="2026-09-11T14:18:03.140" v="7" actId="1076"/>
          <ac:picMkLst>
            <pc:docMk/>
            <pc:sldMk cId="0" sldId="290"/>
            <ac:picMk id="40" creationId="{286E92F3-AFE6-E207-45AC-0BA3ED3F9B9F}"/>
          </ac:picMkLst>
        </pc:picChg>
      </pc:sldChg>
    </pc:docChg>
  </pc:docChgLst>
  <pc:docChgLst>
    <pc:chgData name="Guest User" providerId="Windows Live" clId="Web-{A291B93F-8725-B95D-E4EF-7EC7E315A525}"/>
    <pc:docChg chg="modSld">
      <pc:chgData name="Guest User" userId="" providerId="Windows Live" clId="Web-{A291B93F-8725-B95D-E4EF-7EC7E315A525}" dt="2026-09-11T17:25:26.390" v="88" actId="1076"/>
      <pc:docMkLst>
        <pc:docMk/>
      </pc:docMkLst>
      <pc:sldChg chg="addSp delSp modSp">
        <pc:chgData name="Guest User" userId="" providerId="Windows Live" clId="Web-{A291B93F-8725-B95D-E4EF-7EC7E315A525}" dt="2026-09-11T17:23:33.544" v="86" actId="1076"/>
        <pc:sldMkLst>
          <pc:docMk/>
          <pc:sldMk cId="0" sldId="281"/>
        </pc:sldMkLst>
        <pc:spChg chg="mod">
          <ac:chgData name="Guest User" userId="" providerId="Windows Live" clId="Web-{A291B93F-8725-B95D-E4EF-7EC7E315A525}" dt="2026-09-11T17:08:43.148" v="26" actId="1076"/>
          <ac:spMkLst>
            <pc:docMk/>
            <pc:sldMk cId="0" sldId="281"/>
            <ac:spMk id="61" creationId="{B1E3F1B8-6B80-E26C-7037-F6809BB49126}"/>
          </ac:spMkLst>
        </pc:spChg>
        <pc:spChg chg="mod">
          <ac:chgData name="Guest User" userId="" providerId="Windows Live" clId="Web-{A291B93F-8725-B95D-E4EF-7EC7E315A525}" dt="2026-09-11T17:09:29.509" v="35" actId="20577"/>
          <ac:spMkLst>
            <pc:docMk/>
            <pc:sldMk cId="0" sldId="281"/>
            <ac:spMk id="62" creationId="{8B4AE492-C8FB-D612-8256-4A067A096FC5}"/>
          </ac:spMkLst>
        </pc:spChg>
      </pc:sldChg>
      <pc:sldChg chg="modSp">
        <pc:chgData name="Guest User" userId="" providerId="Windows Live" clId="Web-{A291B93F-8725-B95D-E4EF-7EC7E315A525}" dt="2026-09-11T17:06:04.066" v="16" actId="14100"/>
        <pc:sldMkLst>
          <pc:docMk/>
          <pc:sldMk cId="2997144140" sldId="294"/>
        </pc:sldMkLst>
        <pc:picChg chg="mod">
          <ac:chgData name="Guest User" userId="" providerId="Windows Live" clId="Web-{A291B93F-8725-B95D-E4EF-7EC7E315A525}" dt="2026-09-11T17:05:55.753" v="15" actId="1076"/>
          <ac:picMkLst>
            <pc:docMk/>
            <pc:sldMk cId="2997144140" sldId="294"/>
            <ac:picMk id="11" creationId="{00000000-0000-0000-0000-000000000000}"/>
          </ac:picMkLst>
        </pc:picChg>
      </pc:sldChg>
      <pc:sldChg chg="modSp">
        <pc:chgData name="Guest User" userId="" providerId="Windows Live" clId="Web-{A291B93F-8725-B95D-E4EF-7EC7E315A525}" dt="2026-09-11T17:25:26.390" v="88" actId="1076"/>
        <pc:sldMkLst>
          <pc:docMk/>
          <pc:sldMk cId="3916788613" sldId="296"/>
        </pc:sldMkLst>
        <pc:picChg chg="mod">
          <ac:chgData name="Guest User" userId="" providerId="Windows Live" clId="Web-{A291B93F-8725-B95D-E4EF-7EC7E315A525}" dt="2026-09-11T17:22:44.464" v="83" actId="14100"/>
          <ac:picMkLst>
            <pc:docMk/>
            <pc:sldMk cId="3916788613" sldId="296"/>
            <ac:picMk id="4" creationId="{8229680F-DB94-FD95-D190-756D8534E29C}"/>
          </ac:picMkLst>
        </pc:picChg>
      </pc:sldChg>
    </pc:docChg>
  </pc:docChgLst>
  <pc:docChgLst>
    <pc:chgData name="Guest User" providerId="Windows Live" clId="Web-{00000000-0000-0000-0000-000000000000}"/>
    <pc:docChg chg="addSld delSld modSld sldOrd">
      <pc:chgData name="Guest User" userId="" providerId="Windows Live" clId="Web-{00000000-0000-0000-0000-000000000000}" dt="2026-09-15T16:49:47.388" v="268" actId="1076"/>
      <pc:docMkLst>
        <pc:docMk/>
      </pc:docMkLst>
      <pc:sldChg chg="modSp add ord">
        <pc:chgData name="Guest User" userId="" providerId="Windows Live" clId="Web-{00000000-0000-0000-0000-000000000000}" dt="2026-09-14T18:25:41.489" v="222" actId="1076"/>
        <pc:sldMkLst>
          <pc:docMk/>
          <pc:sldMk cId="0" sldId="259"/>
        </pc:sldMkLst>
        <pc:spChg chg="mod">
          <ac:chgData name="Guest User" userId="" providerId="Windows Live" clId="Web-{00000000-0000-0000-0000-000000000000}" dt="2026-09-14T18:12:47.363" v="183" actId="1076"/>
          <ac:spMkLst>
            <pc:docMk/>
            <pc:sldMk cId="0" sldId="259"/>
            <ac:spMk id="3" creationId="{C6AA267D-94C9-585B-7CD4-4C4C5BD507EA}"/>
          </ac:spMkLst>
        </pc:spChg>
        <pc:spChg chg="mod">
          <ac:chgData name="Guest User" userId="" providerId="Windows Live" clId="Web-{00000000-0000-0000-0000-000000000000}" dt="2026-09-14T18:12:21.190" v="179" actId="1076"/>
          <ac:spMkLst>
            <pc:docMk/>
            <pc:sldMk cId="0" sldId="259"/>
            <ac:spMk id="4" creationId="{E7E50A48-1131-B094-FDFB-7EE0223558EB}"/>
          </ac:spMkLst>
        </pc:spChg>
        <pc:spChg chg="mod">
          <ac:chgData name="Guest User" userId="" providerId="Windows Live" clId="Web-{00000000-0000-0000-0000-000000000000}" dt="2026-09-14T18:17:03.608" v="207" actId="1076"/>
          <ac:spMkLst>
            <pc:docMk/>
            <pc:sldMk cId="0" sldId="259"/>
            <ac:spMk id="8" creationId="{A0D71BE4-6CF8-9431-6496-A0B107E07E16}"/>
          </ac:spMkLst>
        </pc:spChg>
        <pc:spChg chg="mod">
          <ac:chgData name="Guest User" userId="" providerId="Windows Live" clId="Web-{00000000-0000-0000-0000-000000000000}" dt="2026-09-14T18:17:07.874" v="208" actId="1076"/>
          <ac:spMkLst>
            <pc:docMk/>
            <pc:sldMk cId="0" sldId="259"/>
            <ac:spMk id="10" creationId="{05C108AD-61AB-DD90-8FC2-8C0B667D1566}"/>
          </ac:spMkLst>
        </pc:spChg>
        <pc:spChg chg="mod">
          <ac:chgData name="Guest User" userId="" providerId="Windows Live" clId="Web-{00000000-0000-0000-0000-000000000000}" dt="2026-09-14T18:15:51.636" v="198" actId="1076"/>
          <ac:spMkLst>
            <pc:docMk/>
            <pc:sldMk cId="0" sldId="259"/>
            <ac:spMk id="12" creationId="{15D19CF2-B7AD-EC34-7FBE-EAD6BEC953A7}"/>
          </ac:spMkLst>
        </pc:spChg>
        <pc:spChg chg="mod">
          <ac:chgData name="Guest User" userId="" providerId="Windows Live" clId="Web-{00000000-0000-0000-0000-000000000000}" dt="2026-09-14T18:16:06.574" v="200" actId="1076"/>
          <ac:spMkLst>
            <pc:docMk/>
            <pc:sldMk cId="0" sldId="259"/>
            <ac:spMk id="14" creationId="{FB1BD88D-1DB2-B119-33F1-D3E553127DB2}"/>
          </ac:spMkLst>
        </pc:spChg>
        <pc:spChg chg="mod">
          <ac:chgData name="Guest User" userId="" providerId="Windows Live" clId="Web-{00000000-0000-0000-0000-000000000000}" dt="2026-09-14T18:11:51.813" v="178" actId="1076"/>
          <ac:spMkLst>
            <pc:docMk/>
            <pc:sldMk cId="0" sldId="259"/>
            <ac:spMk id="6148" creationId="{D9E6B20C-547A-F0FB-0D56-EEDB848BBC7F}"/>
          </ac:spMkLst>
        </pc:spChg>
        <pc:picChg chg="mod">
          <ac:chgData name="Guest User" userId="" providerId="Windows Live" clId="Web-{00000000-0000-0000-0000-000000000000}" dt="2026-09-14T18:11:37.907" v="176" actId="1076"/>
          <ac:picMkLst>
            <pc:docMk/>
            <pc:sldMk cId="0" sldId="259"/>
            <ac:picMk id="24" creationId="{856B07CF-8C86-4B57-DAF3-B93AF4EDA793}"/>
          </ac:picMkLst>
        </pc:picChg>
        <pc:picChg chg="mod">
          <ac:chgData name="Guest User" userId="" providerId="Windows Live" clId="Web-{00000000-0000-0000-0000-000000000000}" dt="2026-09-14T18:17:00.201" v="206" actId="1076"/>
          <ac:picMkLst>
            <pc:docMk/>
            <pc:sldMk cId="0" sldId="259"/>
            <ac:picMk id="29" creationId="{8A9B3B59-3E58-7066-A596-8125E0D9E265}"/>
          </ac:picMkLst>
        </pc:picChg>
        <pc:picChg chg="mod">
          <ac:chgData name="Guest User" userId="" providerId="Windows Live" clId="Web-{00000000-0000-0000-0000-000000000000}" dt="2026-09-14T18:16:49.670" v="204" actId="1076"/>
          <ac:picMkLst>
            <pc:docMk/>
            <pc:sldMk cId="0" sldId="259"/>
            <ac:picMk id="6150" creationId="{854C6DB4-41E1-FBA8-ADC5-6D40E7D6D691}"/>
          </ac:picMkLst>
        </pc:picChg>
      </pc:sldChg>
      <pc:sldChg chg="addSp delSp modSp">
        <pc:chgData name="Guest User" userId="" providerId="Windows Live" clId="Web-{00000000-0000-0000-0000-000000000000}" dt="2026-09-11T16:27:40.771" v="144" actId="14100"/>
        <pc:sldMkLst>
          <pc:docMk/>
          <pc:sldMk cId="0" sldId="290"/>
        </pc:sldMkLst>
        <pc:spChg chg="mod">
          <ac:chgData name="Guest User" userId="" providerId="Windows Live" clId="Web-{00000000-0000-0000-0000-000000000000}" dt="2026-09-11T16:27:40.771" v="144" actId="14100"/>
          <ac:spMkLst>
            <pc:docMk/>
            <pc:sldMk cId="0" sldId="290"/>
            <ac:spMk id="3" creationId="{7867F606-B7EA-6371-8C3F-FB32CCF11EB6}"/>
          </ac:spMkLst>
        </pc:spChg>
        <pc:spChg chg="mod">
          <ac:chgData name="Guest User" userId="" providerId="Windows Live" clId="Web-{00000000-0000-0000-0000-000000000000}" dt="2026-09-11T16:26:14.816" v="99" actId="1076"/>
          <ac:spMkLst>
            <pc:docMk/>
            <pc:sldMk cId="0" sldId="290"/>
            <ac:spMk id="35" creationId="{F16C622B-2104-9C91-95D8-04A5209942CE}"/>
          </ac:spMkLst>
        </pc:spChg>
        <pc:grpChg chg="mod">
          <ac:chgData name="Guest User" userId="" providerId="Windows Live" clId="Web-{00000000-0000-0000-0000-000000000000}" dt="2026-09-11T16:26:35.410" v="101" actId="1076"/>
          <ac:grpSpMkLst>
            <pc:docMk/>
            <pc:sldMk cId="0" sldId="290"/>
            <ac:grpSpMk id="32" creationId="{0DFD3979-2646-4CAE-6EE6-EB4358918BB9}"/>
          </ac:grpSpMkLst>
        </pc:grpChg>
        <pc:picChg chg="add mod modCrop">
          <ac:chgData name="Guest User" userId="" providerId="Windows Live" clId="Web-{00000000-0000-0000-0000-000000000000}" dt="2026-09-11T16:24:09.127" v="75" actId="1076"/>
          <ac:picMkLst>
            <pc:docMk/>
            <pc:sldMk cId="0" sldId="290"/>
            <ac:picMk id="2" creationId="{5BAE8F48-582A-CD71-F787-68348DFC2813}"/>
          </ac:picMkLst>
        </pc:picChg>
        <pc:picChg chg="add mod modCrop">
          <ac:chgData name="Guest User" userId="" providerId="Windows Live" clId="Web-{00000000-0000-0000-0000-000000000000}" dt="2026-09-11T16:22:35.188" v="50" actId="1076"/>
          <ac:picMkLst>
            <pc:docMk/>
            <pc:sldMk cId="0" sldId="290"/>
            <ac:picMk id="4" creationId="{F277DC51-44EE-5571-BEE3-6A9BF1EE6980}"/>
          </ac:picMkLst>
        </pc:picChg>
        <pc:picChg chg="add mod modCrop">
          <ac:chgData name="Guest User" userId="" providerId="Windows Live" clId="Web-{00000000-0000-0000-0000-000000000000}" dt="2026-09-11T16:24:05.908" v="74" actId="1076"/>
          <ac:picMkLst>
            <pc:docMk/>
            <pc:sldMk cId="0" sldId="290"/>
            <ac:picMk id="5" creationId="{E593357C-D7F8-3AA3-3199-BFB9CE9F105C}"/>
          </ac:picMkLst>
        </pc:picChg>
        <pc:picChg chg="add mod modCrop">
          <ac:chgData name="Guest User" userId="" providerId="Windows Live" clId="Web-{00000000-0000-0000-0000-000000000000}" dt="2026-09-11T16:24:00.861" v="73" actId="1076"/>
          <ac:picMkLst>
            <pc:docMk/>
            <pc:sldMk cId="0" sldId="290"/>
            <ac:picMk id="8" creationId="{0074AB64-BC85-5CE4-49F2-D8C25B5200A8}"/>
          </ac:picMkLst>
        </pc:picChg>
        <pc:picChg chg="mod">
          <ac:chgData name="Guest User" userId="" providerId="Windows Live" clId="Web-{00000000-0000-0000-0000-000000000000}" dt="2026-09-11T16:23:53.705" v="71" actId="1076"/>
          <ac:picMkLst>
            <pc:docMk/>
            <pc:sldMk cId="0" sldId="290"/>
            <ac:picMk id="19" creationId="{F07D79D9-4FAC-655B-9737-5E7696EAB8B9}"/>
          </ac:picMkLst>
        </pc:picChg>
        <pc:picChg chg="mod">
          <ac:chgData name="Guest User" userId="" providerId="Windows Live" clId="Web-{00000000-0000-0000-0000-000000000000}" dt="2026-09-11T16:24:11.908" v="76" actId="1076"/>
          <ac:picMkLst>
            <pc:docMk/>
            <pc:sldMk cId="0" sldId="290"/>
            <ac:picMk id="24" creationId="{07215D63-BF09-17ED-1516-6C178788068E}"/>
          </ac:picMkLst>
        </pc:picChg>
        <pc:picChg chg="mod">
          <ac:chgData name="Guest User" userId="" providerId="Windows Live" clId="Web-{00000000-0000-0000-0000-000000000000}" dt="2026-09-11T16:23:56.596" v="72" actId="1076"/>
          <ac:picMkLst>
            <pc:docMk/>
            <pc:sldMk cId="0" sldId="290"/>
            <ac:picMk id="38" creationId="{1F435096-63DF-595A-E005-1F92C05E983D}"/>
          </ac:picMkLst>
        </pc:picChg>
        <pc:picChg chg="mod">
          <ac:chgData name="Guest User" userId="" providerId="Windows Live" clId="Web-{00000000-0000-0000-0000-000000000000}" dt="2026-09-11T16:23:48.768" v="70" actId="1076"/>
          <ac:picMkLst>
            <pc:docMk/>
            <pc:sldMk cId="0" sldId="290"/>
            <ac:picMk id="40" creationId="{286E92F3-AFE6-E207-45AC-0BA3ED3F9B9F}"/>
          </ac:picMkLst>
        </pc:picChg>
      </pc:sldChg>
      <pc:sldChg chg="addSp delSp modSp mod setBg">
        <pc:chgData name="Guest User" userId="" providerId="Windows Live" clId="Web-{00000000-0000-0000-0000-000000000000}" dt="2026-09-15T16:24:16.775" v="261" actId="1076"/>
        <pc:sldMkLst>
          <pc:docMk/>
          <pc:sldMk cId="2997144140" sldId="294"/>
        </pc:sldMkLst>
        <pc:spChg chg="mod ord">
          <ac:chgData name="Guest User" userId="" providerId="Windows Live" clId="Web-{00000000-0000-0000-0000-000000000000}" dt="2026-09-11T16:31:23.605" v="159"/>
          <ac:spMkLst>
            <pc:docMk/>
            <pc:sldMk cId="2997144140" sldId="294"/>
            <ac:spMk id="6" creationId="{00000000-0000-0000-0000-000000000000}"/>
          </ac:spMkLst>
        </pc:spChg>
        <pc:spChg chg="mod ord">
          <ac:chgData name="Guest User" userId="" providerId="Windows Live" clId="Web-{00000000-0000-0000-0000-000000000000}" dt="2026-09-11T16:31:23.605" v="159"/>
          <ac:spMkLst>
            <pc:docMk/>
            <pc:sldMk cId="2997144140" sldId="294"/>
            <ac:spMk id="7" creationId="{00000000-0000-0000-0000-000000000000}"/>
          </ac:spMkLst>
        </pc:spChg>
        <pc:spChg chg="ord">
          <ac:chgData name="Guest User" userId="" providerId="Windows Live" clId="Web-{00000000-0000-0000-0000-000000000000}" dt="2026-09-11T16:31:23.605" v="159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Guest User" userId="" providerId="Windows Live" clId="Web-{00000000-0000-0000-0000-000000000000}" dt="2026-09-11T16:31:23.605" v="159"/>
          <ac:spMkLst>
            <pc:docMk/>
            <pc:sldMk cId="2997144140" sldId="294"/>
            <ac:spMk id="17409" creationId="{00000000-0000-0000-0000-000000000000}"/>
          </ac:spMkLst>
        </pc:spChg>
        <pc:picChg chg="ord">
          <ac:chgData name="Guest User" userId="" providerId="Windows Live" clId="Web-{00000000-0000-0000-0000-000000000000}" dt="2026-09-11T16:31:23.605" v="159"/>
          <ac:picMkLst>
            <pc:docMk/>
            <pc:sldMk cId="2997144140" sldId="294"/>
            <ac:picMk id="11" creationId="{00000000-0000-0000-0000-000000000000}"/>
          </ac:picMkLst>
        </pc:picChg>
      </pc:sldChg>
      <pc:sldChg chg="modSp">
        <pc:chgData name="Guest User" userId="" providerId="Windows Live" clId="Web-{00000000-0000-0000-0000-000000000000}" dt="2026-09-15T16:18:53.686" v="241" actId="1076"/>
        <pc:sldMkLst>
          <pc:docMk/>
          <pc:sldMk cId="3916788613" sldId="296"/>
        </pc:sldMkLst>
        <pc:picChg chg="mod">
          <ac:chgData name="Guest User" userId="" providerId="Windows Live" clId="Web-{00000000-0000-0000-0000-000000000000}" dt="2026-09-15T16:18:53.686" v="241" actId="1076"/>
          <ac:picMkLst>
            <pc:docMk/>
            <pc:sldMk cId="3916788613" sldId="296"/>
            <ac:picMk id="4" creationId="{8229680F-DB94-FD95-D190-756D8534E29C}"/>
          </ac:picMkLst>
        </pc:picChg>
      </pc:sldChg>
    </pc:docChg>
  </pc:docChgLst>
  <pc:docChgLst>
    <pc:chgData name="Guest User" providerId="Windows Live" clId="Web-{A7B7EA88-D66A-3433-B019-0FB023762CC5}"/>
    <pc:docChg chg="modSld">
      <pc:chgData name="Guest User" userId="" providerId="Windows Live" clId="Web-{A7B7EA88-D66A-3433-B019-0FB023762CC5}" dt="2026-09-15T19:01:57.993" v="318" actId="14100"/>
      <pc:docMkLst>
        <pc:docMk/>
      </pc:docMkLst>
      <pc:sldChg chg="delSp modSp">
        <pc:chgData name="Guest User" userId="" providerId="Windows Live" clId="Web-{A7B7EA88-D66A-3433-B019-0FB023762CC5}" dt="2026-09-15T19:01:57.993" v="318" actId="14100"/>
        <pc:sldMkLst>
          <pc:docMk/>
          <pc:sldMk cId="2997144140" sldId="294"/>
        </pc:sldMkLst>
        <pc:spChg chg="mod">
          <ac:chgData name="Guest User" userId="" providerId="Windows Live" clId="Web-{A7B7EA88-D66A-3433-B019-0FB023762CC5}" dt="2026-09-15T19:01:57.993" v="318" actId="14100"/>
          <ac:spMkLst>
            <pc:docMk/>
            <pc:sldMk cId="2997144140" sldId="294"/>
            <ac:spMk id="10" creationId="{AD4F69D3-EEB0-4C4C-9434-B9960FB5854C}"/>
          </ac:spMkLst>
        </pc:spChg>
        <pc:spChg chg="mod">
          <ac:chgData name="Guest User" userId="" providerId="Windows Live" clId="Web-{A7B7EA88-D66A-3433-B019-0FB023762CC5}" dt="2026-09-15T18:14:58.479" v="12" actId="14100"/>
          <ac:spMkLst>
            <pc:docMk/>
            <pc:sldMk cId="2997144140" sldId="294"/>
            <ac:spMk id="39" creationId="{A5FCADD8-A88B-2A01-4EEF-286890B2A87B}"/>
          </ac:spMkLst>
        </pc:spChg>
        <pc:spChg chg="mod">
          <ac:chgData name="Guest User" userId="" providerId="Windows Live" clId="Web-{A7B7EA88-D66A-3433-B019-0FB023762CC5}" dt="2026-09-15T18:32:28.548" v="206" actId="14100"/>
          <ac:spMkLst>
            <pc:docMk/>
            <pc:sldMk cId="2997144140" sldId="294"/>
            <ac:spMk id="17488" creationId="{C7723D18-F037-0D0C-7F39-8477689C41A5}"/>
          </ac:spMkLst>
        </pc:spChg>
        <pc:spChg chg="mod">
          <ac:chgData name="Guest User" userId="" providerId="Windows Live" clId="Web-{A7B7EA88-D66A-3433-B019-0FB023762CC5}" dt="2026-09-15T18:31:21.077" v="205" actId="14100"/>
          <ac:spMkLst>
            <pc:docMk/>
            <pc:sldMk cId="2997144140" sldId="294"/>
            <ac:spMk id="17512" creationId="{A33D4C0D-2F7C-A4C2-3F52-52F1CF0DFCA9}"/>
          </ac:spMkLst>
        </pc:spChg>
        <pc:spChg chg="mod">
          <ac:chgData name="Guest User" userId="" providerId="Windows Live" clId="Web-{A7B7EA88-D66A-3433-B019-0FB023762CC5}" dt="2026-09-15T18:30:37.950" v="200" actId="14100"/>
          <ac:spMkLst>
            <pc:docMk/>
            <pc:sldMk cId="2997144140" sldId="294"/>
            <ac:spMk id="17514" creationId="{DD66C781-851E-7623-55A5-DCE9633BD26E}"/>
          </ac:spMkLst>
        </pc:spChg>
        <pc:spChg chg="mod">
          <ac:chgData name="Guest User" userId="" providerId="Windows Live" clId="Web-{A7B7EA88-D66A-3433-B019-0FB023762CC5}" dt="2026-09-15T18:30:02.777" v="195" actId="20577"/>
          <ac:spMkLst>
            <pc:docMk/>
            <pc:sldMk cId="2997144140" sldId="294"/>
            <ac:spMk id="17518" creationId="{E34FA316-08F0-5178-3098-DE9109D33DA5}"/>
          </ac:spMkLst>
        </pc:spChg>
        <pc:spChg chg="mod">
          <ac:chgData name="Guest User" userId="" providerId="Windows Live" clId="Web-{A7B7EA88-D66A-3433-B019-0FB023762CC5}" dt="2026-09-15T18:27:34.897" v="136" actId="20577"/>
          <ac:spMkLst>
            <pc:docMk/>
            <pc:sldMk cId="2997144140" sldId="294"/>
            <ac:spMk id="17520" creationId="{584B64C3-6DAE-2F70-1458-C0A4F45E2984}"/>
          </ac:spMkLst>
        </pc:spChg>
        <pc:spChg chg="mod">
          <ac:chgData name="Guest User" userId="" providerId="Windows Live" clId="Web-{A7B7EA88-D66A-3433-B019-0FB023762CC5}" dt="2026-09-15T18:44:18.092" v="211" actId="1076"/>
          <ac:spMkLst>
            <pc:docMk/>
            <pc:sldMk cId="2997144140" sldId="294"/>
            <ac:spMk id="17522" creationId="{7DDB07F6-44FA-8EDB-65B9-ABE92CAF8411}"/>
          </ac:spMkLst>
        </pc:spChg>
        <pc:spChg chg="mod">
          <ac:chgData name="Guest User" userId="" providerId="Windows Live" clId="Web-{A7B7EA88-D66A-3433-B019-0FB023762CC5}" dt="2026-09-15T18:46:47.770" v="232" actId="1076"/>
          <ac:spMkLst>
            <pc:docMk/>
            <pc:sldMk cId="2997144140" sldId="294"/>
            <ac:spMk id="17528" creationId="{0C487FB3-3579-685D-EE94-C9B557D67DD3}"/>
          </ac:spMkLst>
        </pc:spChg>
        <pc:spChg chg="mod">
          <ac:chgData name="Guest User" userId="" providerId="Windows Live" clId="Web-{A7B7EA88-D66A-3433-B019-0FB023762CC5}" dt="2026-09-15T18:47:01.614" v="234" actId="14100"/>
          <ac:spMkLst>
            <pc:docMk/>
            <pc:sldMk cId="2997144140" sldId="294"/>
            <ac:spMk id="17535" creationId="{5CCCCD83-988A-3024-B519-780FCAA4B126}"/>
          </ac:spMkLst>
        </pc:spChg>
        <pc:spChg chg="mod">
          <ac:chgData name="Guest User" userId="" providerId="Windows Live" clId="Web-{A7B7EA88-D66A-3433-B019-0FB023762CC5}" dt="2026-09-15T18:50:45.841" v="272" actId="14100"/>
          <ac:spMkLst>
            <pc:docMk/>
            <pc:sldMk cId="2997144140" sldId="294"/>
            <ac:spMk id="17539" creationId="{15E8CB31-020C-3974-169B-944600C2D3CE}"/>
          </ac:spMkLst>
        </pc:spChg>
        <pc:spChg chg="mod">
          <ac:chgData name="Guest User" userId="" providerId="Windows Live" clId="Web-{A7B7EA88-D66A-3433-B019-0FB023762CC5}" dt="2026-09-15T18:51:43.218" v="277" actId="14100"/>
          <ac:spMkLst>
            <pc:docMk/>
            <pc:sldMk cId="2997144140" sldId="294"/>
            <ac:spMk id="17543" creationId="{C494553B-4DE6-DB1E-9776-3EA78DB374FC}"/>
          </ac:spMkLst>
        </pc:spChg>
        <pc:spChg chg="mod">
          <ac:chgData name="Guest User" userId="" providerId="Windows Live" clId="Web-{A7B7EA88-D66A-3433-B019-0FB023762CC5}" dt="2026-09-15T18:53:09.740" v="293" actId="14100"/>
          <ac:spMkLst>
            <pc:docMk/>
            <pc:sldMk cId="2997144140" sldId="294"/>
            <ac:spMk id="17545" creationId="{1716D223-08A9-DC13-5D76-209A624C29F6}"/>
          </ac:spMkLst>
        </pc:spChg>
        <pc:picChg chg="mod">
          <ac:chgData name="Guest User" userId="" providerId="Windows Live" clId="Web-{A7B7EA88-D66A-3433-B019-0FB023762CC5}" dt="2026-09-15T18:42:09.071" v="210" actId="14100"/>
          <ac:picMkLst>
            <pc:docMk/>
            <pc:sldMk cId="2997144140" sldId="294"/>
            <ac:picMk id="36" creationId="{C2FFE457-79A7-19A1-4C38-E4BA0408D436}"/>
          </ac:picMkLst>
        </pc:picChg>
        <pc:picChg chg="mod">
          <ac:chgData name="Guest User" userId="" providerId="Windows Live" clId="Web-{A7B7EA88-D66A-3433-B019-0FB023762CC5}" dt="2026-09-15T18:25:00.672" v="121" actId="1076"/>
          <ac:picMkLst>
            <pc:docMk/>
            <pc:sldMk cId="2997144140" sldId="294"/>
            <ac:picMk id="17503" creationId="{85382374-6165-1873-FACD-77DF8D01862B}"/>
          </ac:picMkLst>
        </pc:picChg>
        <pc:picChg chg="mod">
          <ac:chgData name="Guest User" userId="" providerId="Windows Live" clId="Web-{A7B7EA88-D66A-3433-B019-0FB023762CC5}" dt="2026-09-15T18:45:59.518" v="224" actId="1076"/>
          <ac:picMkLst>
            <pc:docMk/>
            <pc:sldMk cId="2997144140" sldId="294"/>
            <ac:picMk id="17534" creationId="{318EAA4D-6450-59F5-AED7-00D8A5716744}"/>
          </ac:picMkLst>
        </pc:picChg>
        <pc:picChg chg="mod">
          <ac:chgData name="Guest User" userId="" providerId="Windows Live" clId="Web-{A7B7EA88-D66A-3433-B019-0FB023762CC5}" dt="2026-09-15T18:49:52.559" v="266" actId="1076"/>
          <ac:picMkLst>
            <pc:docMk/>
            <pc:sldMk cId="2997144140" sldId="294"/>
            <ac:picMk id="17537" creationId="{849FFFF7-9662-5109-0288-09F8AEB6A2AF}"/>
          </ac:picMkLst>
        </pc:picChg>
        <pc:picChg chg="mod">
          <ac:chgData name="Guest User" userId="" providerId="Windows Live" clId="Web-{A7B7EA88-D66A-3433-B019-0FB023762CC5}" dt="2026-09-15T18:49:47.324" v="265" actId="1076"/>
          <ac:picMkLst>
            <pc:docMk/>
            <pc:sldMk cId="2997144140" sldId="294"/>
            <ac:picMk id="17547" creationId="{9FEE77CE-B373-4329-50F3-5FB236284EEF}"/>
          </ac:picMkLst>
        </pc:picChg>
        <pc:picChg chg="mod">
          <ac:chgData name="Guest User" userId="" providerId="Windows Live" clId="Web-{A7B7EA88-D66A-3433-B019-0FB023762CC5}" dt="2026-09-15T18:49:43.011" v="264" actId="1076"/>
          <ac:picMkLst>
            <pc:docMk/>
            <pc:sldMk cId="2997144140" sldId="294"/>
            <ac:picMk id="17549" creationId="{23675DDB-6E61-40A1-BEF6-F112A9DF4405}"/>
          </ac:picMkLst>
        </pc:picChg>
      </pc:sldChg>
      <pc:sldChg chg="modSp">
        <pc:chgData name="Guest User" userId="" providerId="Windows Live" clId="Web-{A7B7EA88-D66A-3433-B019-0FB023762CC5}" dt="2026-09-15T19:00:09.145" v="317" actId="1076"/>
        <pc:sldMkLst>
          <pc:docMk/>
          <pc:sldMk cId="3916788613" sldId="296"/>
        </pc:sldMkLst>
        <pc:picChg chg="mod">
          <ac:chgData name="Guest User" userId="" providerId="Windows Live" clId="Web-{A7B7EA88-D66A-3433-B019-0FB023762CC5}" dt="2026-09-15T19:00:09.145" v="317" actId="1076"/>
          <ac:picMkLst>
            <pc:docMk/>
            <pc:sldMk cId="3916788613" sldId="296"/>
            <ac:picMk id="4" creationId="{8229680F-DB94-FD95-D190-756D8534E29C}"/>
          </ac:picMkLst>
        </pc:picChg>
      </pc:sldChg>
    </pc:docChg>
  </pc:docChgLst>
  <pc:docChgLst>
    <pc:chgData name="Guest User" providerId="Windows Live" clId="Web-{07CCEBEE-C80E-409B-564E-BF5A172C97D3}"/>
    <pc:docChg chg="modSld">
      <pc:chgData name="Guest User" userId="" providerId="Windows Live" clId="Web-{07CCEBEE-C80E-409B-564E-BF5A172C97D3}" dt="2026-09-11T14:07:00.900" v="36" actId="14100"/>
      <pc:docMkLst>
        <pc:docMk/>
      </pc:docMkLst>
      <pc:sldChg chg="addSp delSp modSp">
        <pc:chgData name="Guest User" userId="" providerId="Windows Live" clId="Web-{07CCEBEE-C80E-409B-564E-BF5A172C97D3}" dt="2026-09-11T14:07:00.900" v="36" actId="14100"/>
        <pc:sldMkLst>
          <pc:docMk/>
          <pc:sldMk cId="0" sldId="281"/>
        </pc:sldMkLst>
        <pc:spChg chg="mod">
          <ac:chgData name="Guest User" userId="" providerId="Windows Live" clId="Web-{07CCEBEE-C80E-409B-564E-BF5A172C97D3}" dt="2026-09-11T14:06:13.821" v="29" actId="1076"/>
          <ac:spMkLst>
            <pc:docMk/>
            <pc:sldMk cId="0" sldId="281"/>
            <ac:spMk id="45" creationId="{A3F9EEFF-A059-9DF6-E07D-EC28393EB893}"/>
          </ac:spMkLst>
        </pc:spChg>
        <pc:spChg chg="mod">
          <ac:chgData name="Guest User" userId="" providerId="Windows Live" clId="Web-{07CCEBEE-C80E-409B-564E-BF5A172C97D3}" dt="2026-09-11T14:06:42.447" v="34" actId="14100"/>
          <ac:spMkLst>
            <pc:docMk/>
            <pc:sldMk cId="0" sldId="281"/>
            <ac:spMk id="46" creationId="{D10065C3-C290-CE24-853B-758FF016F077}"/>
          </ac:spMkLst>
        </pc:spChg>
      </pc:sldChg>
    </pc:docChg>
  </pc:docChgLst>
  <pc:docChgLst>
    <pc:chgData name="Madhav Raj" userId="b8b8d54db326cc47" providerId="LiveId" clId="{28C7CF10-BC80-4688-81FC-5166DC2172BC}"/>
    <pc:docChg chg="undo redo custSel addSld delSld modSld sldOrd">
      <pc:chgData name="Madhav Raj" userId="b8b8d54db326cc47" providerId="LiveId" clId="{28C7CF10-BC80-4688-81FC-5166DC2172BC}" dt="2026-09-18T15:31:24.385" v="4051"/>
      <pc:docMkLst>
        <pc:docMk/>
      </pc:docMkLst>
      <pc:sldChg chg="addSp delSp modSp mod">
        <pc:chgData name="Madhav Raj" userId="b8b8d54db326cc47" providerId="LiveId" clId="{28C7CF10-BC80-4688-81FC-5166DC2172BC}" dt="2026-09-17T14:30:12.965" v="3768" actId="1036"/>
        <pc:sldMkLst>
          <pc:docMk/>
          <pc:sldMk cId="0" sldId="259"/>
        </pc:sldMkLst>
        <pc:spChg chg="add">
          <ac:chgData name="Madhav Raj" userId="b8b8d54db326cc47" providerId="LiveId" clId="{28C7CF10-BC80-4688-81FC-5166DC2172BC}" dt="2026-09-14T17:48:46.052" v="1418" actId="22"/>
          <ac:spMkLst>
            <pc:docMk/>
            <pc:sldMk cId="0" sldId="259"/>
            <ac:spMk id="4" creationId="{E7E50A48-1131-B094-FDFB-7EE0223558EB}"/>
          </ac:spMkLst>
        </pc:spChg>
        <pc:spChg chg="add mod">
          <ac:chgData name="Madhav Raj" userId="b8b8d54db326cc47" providerId="LiveId" clId="{28C7CF10-BC80-4688-81FC-5166DC2172BC}" dt="2026-09-14T18:27:20.547" v="1584" actId="113"/>
          <ac:spMkLst>
            <pc:docMk/>
            <pc:sldMk cId="0" sldId="259"/>
            <ac:spMk id="8" creationId="{A0D71BE4-6CF8-9431-6496-A0B107E07E16}"/>
          </ac:spMkLst>
        </pc:spChg>
        <pc:spChg chg="add mod">
          <ac:chgData name="Madhav Raj" userId="b8b8d54db326cc47" providerId="LiveId" clId="{28C7CF10-BC80-4688-81FC-5166DC2172BC}" dt="2026-09-14T18:43:13.839" v="1660" actId="1076"/>
          <ac:spMkLst>
            <pc:docMk/>
            <pc:sldMk cId="0" sldId="259"/>
            <ac:spMk id="10" creationId="{05C108AD-61AB-DD90-8FC2-8C0B667D1566}"/>
          </ac:spMkLst>
        </pc:spChg>
        <pc:spChg chg="add mod">
          <ac:chgData name="Madhav Raj" userId="b8b8d54db326cc47" providerId="LiveId" clId="{28C7CF10-BC80-4688-81FC-5166DC2172BC}" dt="2026-09-14T18:28:47.759" v="1590" actId="113"/>
          <ac:spMkLst>
            <pc:docMk/>
            <pc:sldMk cId="0" sldId="259"/>
            <ac:spMk id="12" creationId="{15D19CF2-B7AD-EC34-7FBE-EAD6BEC953A7}"/>
          </ac:spMkLst>
        </pc:spChg>
        <pc:spChg chg="add mod">
          <ac:chgData name="Madhav Raj" userId="b8b8d54db326cc47" providerId="LiveId" clId="{28C7CF10-BC80-4688-81FC-5166DC2172BC}" dt="2026-09-14T18:39:41.269" v="1652" actId="1076"/>
          <ac:spMkLst>
            <pc:docMk/>
            <pc:sldMk cId="0" sldId="259"/>
            <ac:spMk id="14" creationId="{FB1BD88D-1DB2-B119-33F1-D3E553127DB2}"/>
          </ac:spMkLst>
        </pc:spChg>
        <pc:spChg chg="add mod">
          <ac:chgData name="Madhav Raj" userId="b8b8d54db326cc47" providerId="LiveId" clId="{28C7CF10-BC80-4688-81FC-5166DC2172BC}" dt="2026-09-14T18:24:09.808" v="1573" actId="207"/>
          <ac:spMkLst>
            <pc:docMk/>
            <pc:sldMk cId="0" sldId="259"/>
            <ac:spMk id="34" creationId="{CC260600-E8BF-D625-1967-ECBF98B14506}"/>
          </ac:spMkLst>
        </pc:spChg>
        <pc:spChg chg="add mod">
          <ac:chgData name="Madhav Raj" userId="b8b8d54db326cc47" providerId="LiveId" clId="{28C7CF10-BC80-4688-81FC-5166DC2172BC}" dt="2026-09-17T14:28:16.740" v="3743" actId="14100"/>
          <ac:spMkLst>
            <pc:docMk/>
            <pc:sldMk cId="0" sldId="259"/>
            <ac:spMk id="43" creationId="{07E439A4-AF3F-D629-50E6-7F1E435C0A69}"/>
          </ac:spMkLst>
        </pc:spChg>
        <pc:spChg chg="add mod">
          <ac:chgData name="Madhav Raj" userId="b8b8d54db326cc47" providerId="LiveId" clId="{28C7CF10-BC80-4688-81FC-5166DC2172BC}" dt="2026-09-17T14:30:12.965" v="3768" actId="1036"/>
          <ac:spMkLst>
            <pc:docMk/>
            <pc:sldMk cId="0" sldId="259"/>
            <ac:spMk id="45" creationId="{A8FEA431-28E4-A6F6-6BA6-F42B1921A073}"/>
          </ac:spMkLst>
        </pc:spChg>
        <pc:spChg chg="add mod">
          <ac:chgData name="Madhav Raj" userId="b8b8d54db326cc47" providerId="LiveId" clId="{28C7CF10-BC80-4688-81FC-5166DC2172BC}" dt="2026-09-17T14:30:07.664" v="3762" actId="1036"/>
          <ac:spMkLst>
            <pc:docMk/>
            <pc:sldMk cId="0" sldId="259"/>
            <ac:spMk id="47" creationId="{AF1F3BB6-EA26-5FA4-DF2F-4806D11C6DEE}"/>
          </ac:spMkLst>
        </pc:spChg>
        <pc:graphicFrameChg chg="add del mod modGraphic">
          <ac:chgData name="Madhav Raj" userId="b8b8d54db326cc47" providerId="LiveId" clId="{28C7CF10-BC80-4688-81FC-5166DC2172BC}" dt="2026-09-17T14:28:12.009" v="3742" actId="478"/>
          <ac:graphicFrameMkLst>
            <pc:docMk/>
            <pc:sldMk cId="0" sldId="259"/>
            <ac:graphicFrameMk id="41" creationId="{BD5916BE-503F-D16C-A958-22DE85EFDC7F}"/>
          </ac:graphicFrameMkLst>
        </pc:graphicFrameChg>
        <pc:picChg chg="mod">
          <ac:chgData name="Madhav Raj" userId="b8b8d54db326cc47" providerId="LiveId" clId="{28C7CF10-BC80-4688-81FC-5166DC2172BC}" dt="2026-09-14T18:41:30.784" v="1658" actId="1076"/>
          <ac:picMkLst>
            <pc:docMk/>
            <pc:sldMk cId="0" sldId="259"/>
            <ac:picMk id="2" creationId="{FD7322C8-A54F-B9E9-07E4-428B4FE73840}"/>
          </ac:picMkLst>
        </pc:picChg>
        <pc:picChg chg="add">
          <ac:chgData name="Madhav Raj" userId="b8b8d54db326cc47" providerId="LiveId" clId="{28C7CF10-BC80-4688-81FC-5166DC2172BC}" dt="2026-09-14T18:09:35.484" v="1489" actId="22"/>
          <ac:picMkLst>
            <pc:docMk/>
            <pc:sldMk cId="0" sldId="259"/>
            <ac:picMk id="24" creationId="{856B07CF-8C86-4B57-DAF3-B93AF4EDA793}"/>
          </ac:picMkLst>
        </pc:picChg>
        <pc:picChg chg="add mod">
          <ac:chgData name="Madhav Raj" userId="b8b8d54db326cc47" providerId="LiveId" clId="{28C7CF10-BC80-4688-81FC-5166DC2172BC}" dt="2026-09-14T18:16:49.328" v="1540" actId="1076"/>
          <ac:picMkLst>
            <pc:docMk/>
            <pc:sldMk cId="0" sldId="259"/>
            <ac:picMk id="29" creationId="{8A9B3B59-3E58-7066-A596-8125E0D9E265}"/>
          </ac:picMkLst>
        </pc:picChg>
        <pc:picChg chg="add mod">
          <ac:chgData name="Madhav Raj" userId="b8b8d54db326cc47" providerId="LiveId" clId="{28C7CF10-BC80-4688-81FC-5166DC2172BC}" dt="2026-09-14T18:45:30.720" v="1664" actId="1076"/>
          <ac:picMkLst>
            <pc:docMk/>
            <pc:sldMk cId="0" sldId="259"/>
            <ac:picMk id="36" creationId="{A5A65D96-6F7F-A6FD-3DBE-71510FA0952C}"/>
          </ac:picMkLst>
        </pc:picChg>
        <pc:picChg chg="mod">
          <ac:chgData name="Madhav Raj" userId="b8b8d54db326cc47" providerId="LiveId" clId="{28C7CF10-BC80-4688-81FC-5166DC2172BC}" dt="2026-09-14T18:43:40.182" v="1662" actId="14100"/>
          <ac:picMkLst>
            <pc:docMk/>
            <pc:sldMk cId="0" sldId="259"/>
            <ac:picMk id="6150" creationId="{854C6DB4-41E1-FBA8-ADC5-6D40E7D6D691}"/>
          </ac:picMkLst>
        </pc:picChg>
      </pc:sldChg>
      <pc:sldChg chg="addSp delSp modSp mod">
        <pc:chgData name="Madhav Raj" userId="b8b8d54db326cc47" providerId="LiveId" clId="{28C7CF10-BC80-4688-81FC-5166DC2172BC}" dt="2026-09-18T15:17:19.910" v="3949"/>
        <pc:sldMkLst>
          <pc:docMk/>
          <pc:sldMk cId="0" sldId="281"/>
        </pc:sldMkLst>
        <pc:spChg chg="mod ord">
          <ac:chgData name="Madhav Raj" userId="b8b8d54db326cc47" providerId="LiveId" clId="{28C7CF10-BC80-4688-81FC-5166DC2172BC}" dt="2026-09-17T17:27:02.583" v="3884" actId="14100"/>
          <ac:spMkLst>
            <pc:docMk/>
            <pc:sldMk cId="0" sldId="281"/>
            <ac:spMk id="3" creationId="{E69AE6D2-637D-AA4D-4A76-BAC5EB5F4F01}"/>
          </ac:spMkLst>
        </pc:spChg>
        <pc:spChg chg="add mod">
          <ac:chgData name="Madhav Raj" userId="b8b8d54db326cc47" providerId="LiveId" clId="{28C7CF10-BC80-4688-81FC-5166DC2172BC}" dt="2026-09-17T13:29:00.393" v="3496" actId="1076"/>
          <ac:spMkLst>
            <pc:docMk/>
            <pc:sldMk cId="0" sldId="281"/>
            <ac:spMk id="15" creationId="{419DD9F6-608B-1328-6D97-DC03FFD771DA}"/>
          </ac:spMkLst>
        </pc:spChg>
        <pc:spChg chg="add mod">
          <ac:chgData name="Madhav Raj" userId="b8b8d54db326cc47" providerId="LiveId" clId="{28C7CF10-BC80-4688-81FC-5166DC2172BC}" dt="2026-09-17T13:29:25.157" v="3497" actId="1076"/>
          <ac:spMkLst>
            <pc:docMk/>
            <pc:sldMk cId="0" sldId="281"/>
            <ac:spMk id="17" creationId="{D5617933-D3EF-B64D-4842-BAB5E9BF94AC}"/>
          </ac:spMkLst>
        </pc:spChg>
        <pc:spChg chg="add">
          <ac:chgData name="Madhav Raj" userId="b8b8d54db326cc47" providerId="LiveId" clId="{28C7CF10-BC80-4688-81FC-5166DC2172BC}" dt="2026-09-14T17:48:34.979" v="1414" actId="22"/>
          <ac:spMkLst>
            <pc:docMk/>
            <pc:sldMk cId="0" sldId="281"/>
            <ac:spMk id="21" creationId="{D28E6948-8255-1762-B1B7-3D971C0D4DA5}"/>
          </ac:spMkLst>
        </pc:spChg>
        <pc:spChg chg="mod">
          <ac:chgData name="Madhav Raj" userId="b8b8d54db326cc47" providerId="LiveId" clId="{28C7CF10-BC80-4688-81FC-5166DC2172BC}" dt="2026-09-14T17:20:31.436" v="1303" actId="122"/>
          <ac:spMkLst>
            <pc:docMk/>
            <pc:sldMk cId="0" sldId="281"/>
            <ac:spMk id="45" creationId="{A3F9EEFF-A059-9DF6-E07D-EC28393EB893}"/>
          </ac:spMkLst>
        </pc:spChg>
        <pc:spChg chg="mod ord">
          <ac:chgData name="Madhav Raj" userId="b8b8d54db326cc47" providerId="LiveId" clId="{28C7CF10-BC80-4688-81FC-5166DC2172BC}" dt="2026-09-17T13:36:22.171" v="3570" actId="255"/>
          <ac:spMkLst>
            <pc:docMk/>
            <pc:sldMk cId="0" sldId="281"/>
            <ac:spMk id="46" creationId="{D10065C3-C290-CE24-853B-758FF016F077}"/>
          </ac:spMkLst>
        </pc:spChg>
        <pc:spChg chg="mod">
          <ac:chgData name="Madhav Raj" userId="b8b8d54db326cc47" providerId="LiveId" clId="{28C7CF10-BC80-4688-81FC-5166DC2172BC}" dt="2026-09-18T15:17:19.910" v="3949"/>
          <ac:spMkLst>
            <pc:docMk/>
            <pc:sldMk cId="0" sldId="281"/>
            <ac:spMk id="62" creationId="{8B4AE492-C8FB-D612-8256-4A067A096FC5}"/>
          </ac:spMkLst>
        </pc:spChg>
        <pc:picChg chg="add mod modCrop">
          <ac:chgData name="Madhav Raj" userId="b8b8d54db326cc47" providerId="LiveId" clId="{28C7CF10-BC80-4688-81FC-5166DC2172BC}" dt="2026-09-17T17:26:45.146" v="3881" actId="14100"/>
          <ac:picMkLst>
            <pc:docMk/>
            <pc:sldMk cId="0" sldId="281"/>
            <ac:picMk id="4" creationId="{7CF25580-E653-D8BC-FB86-8C81838A604B}"/>
          </ac:picMkLst>
        </pc:picChg>
        <pc:picChg chg="add del mod">
          <ac:chgData name="Madhav Raj" userId="b8b8d54db326cc47" providerId="LiveId" clId="{28C7CF10-BC80-4688-81FC-5166DC2172BC}" dt="2026-09-17T14:00:49.418" v="3634" actId="478"/>
          <ac:picMkLst>
            <pc:docMk/>
            <pc:sldMk cId="0" sldId="281"/>
            <ac:picMk id="8" creationId="{8C3CB54F-EE3B-2933-0070-EF67B7063106}"/>
          </ac:picMkLst>
        </pc:picChg>
        <pc:picChg chg="add del mod ord modCrop">
          <ac:chgData name="Madhav Raj" userId="b8b8d54db326cc47" providerId="LiveId" clId="{28C7CF10-BC80-4688-81FC-5166DC2172BC}" dt="2026-09-17T14:36:28.153" v="3820" actId="21"/>
          <ac:picMkLst>
            <pc:docMk/>
            <pc:sldMk cId="0" sldId="281"/>
            <ac:picMk id="12" creationId="{5C357602-471B-0A10-153E-48174DA627AD}"/>
          </ac:picMkLst>
        </pc:picChg>
        <pc:picChg chg="add del mod">
          <ac:chgData name="Madhav Raj" userId="b8b8d54db326cc47" providerId="LiveId" clId="{28C7CF10-BC80-4688-81FC-5166DC2172BC}" dt="2026-09-17T13:38:18.303" v="3576" actId="478"/>
          <ac:picMkLst>
            <pc:docMk/>
            <pc:sldMk cId="0" sldId="281"/>
            <ac:picMk id="13" creationId="{E7D60EFC-CE4E-CE0C-BCEE-7C22472AD78D}"/>
          </ac:picMkLst>
        </pc:picChg>
        <pc:picChg chg="add del mod modCrop">
          <ac:chgData name="Madhav Raj" userId="b8b8d54db326cc47" providerId="LiveId" clId="{28C7CF10-BC80-4688-81FC-5166DC2172BC}" dt="2026-09-17T14:19:40.876" v="3718" actId="478"/>
          <ac:picMkLst>
            <pc:docMk/>
            <pc:sldMk cId="0" sldId="281"/>
            <ac:picMk id="14" creationId="{E1720C1C-EF0A-2BFF-EEEB-17BA6A8D5E7E}"/>
          </ac:picMkLst>
        </pc:picChg>
        <pc:picChg chg="add del mod">
          <ac:chgData name="Madhav Raj" userId="b8b8d54db326cc47" providerId="LiveId" clId="{28C7CF10-BC80-4688-81FC-5166DC2172BC}" dt="2026-09-17T14:20:41.679" v="3724" actId="478"/>
          <ac:picMkLst>
            <pc:docMk/>
            <pc:sldMk cId="0" sldId="281"/>
            <ac:picMk id="16" creationId="{B990BA95-9C83-D32E-A9A3-D462FBA6DEBA}"/>
          </ac:picMkLst>
        </pc:picChg>
        <pc:picChg chg="add del mod">
          <ac:chgData name="Madhav Raj" userId="b8b8d54db326cc47" providerId="LiveId" clId="{28C7CF10-BC80-4688-81FC-5166DC2172BC}" dt="2026-09-17T14:24:26.001" v="3731" actId="478"/>
          <ac:picMkLst>
            <pc:docMk/>
            <pc:sldMk cId="0" sldId="281"/>
            <ac:picMk id="18" creationId="{3E76A305-A737-EA1A-FE73-02736909F248}"/>
          </ac:picMkLst>
        </pc:picChg>
        <pc:picChg chg="add del mod">
          <ac:chgData name="Madhav Raj" userId="b8b8d54db326cc47" providerId="LiveId" clId="{28C7CF10-BC80-4688-81FC-5166DC2172BC}" dt="2026-09-17T14:27:22.303" v="3739" actId="478"/>
          <ac:picMkLst>
            <pc:docMk/>
            <pc:sldMk cId="0" sldId="281"/>
            <ac:picMk id="19" creationId="{DEDBD09C-729B-0459-3D1B-835109F35B78}"/>
          </ac:picMkLst>
        </pc:picChg>
        <pc:picChg chg="add mod">
          <ac:chgData name="Madhav Raj" userId="b8b8d54db326cc47" providerId="LiveId" clId="{28C7CF10-BC80-4688-81FC-5166DC2172BC}" dt="2026-09-17T14:36:27.903" v="3819" actId="1076"/>
          <ac:picMkLst>
            <pc:docMk/>
            <pc:sldMk cId="0" sldId="281"/>
            <ac:picMk id="22" creationId="{B7A60E2F-E4AC-48A7-C17A-8A9B9F4661E5}"/>
          </ac:picMkLst>
        </pc:picChg>
      </pc:sldChg>
      <pc:sldChg chg="addSp delSp modSp mod">
        <pc:chgData name="Madhav Raj" userId="b8b8d54db326cc47" providerId="LiveId" clId="{28C7CF10-BC80-4688-81FC-5166DC2172BC}" dt="2026-09-14T17:48:40.769" v="1416" actId="22"/>
        <pc:sldMkLst>
          <pc:docMk/>
          <pc:sldMk cId="0" sldId="290"/>
        </pc:sldMkLst>
        <pc:spChg chg="mod">
          <ac:chgData name="Madhav Raj" userId="b8b8d54db326cc47" providerId="LiveId" clId="{28C7CF10-BC80-4688-81FC-5166DC2172BC}" dt="2026-09-11T14:16:20.836" v="263" actId="20577"/>
          <ac:spMkLst>
            <pc:docMk/>
            <pc:sldMk cId="0" sldId="290"/>
            <ac:spMk id="3" creationId="{7867F606-B7EA-6371-8C3F-FB32CCF11EB6}"/>
          </ac:spMkLst>
        </pc:spChg>
        <pc:spChg chg="add">
          <ac:chgData name="Madhav Raj" userId="b8b8d54db326cc47" providerId="LiveId" clId="{28C7CF10-BC80-4688-81FC-5166DC2172BC}" dt="2026-09-14T17:48:40.769" v="1416" actId="22"/>
          <ac:spMkLst>
            <pc:docMk/>
            <pc:sldMk cId="0" sldId="290"/>
            <ac:spMk id="11" creationId="{EE7A6556-BCF2-1F89-1AE6-E3E0E600BBEE}"/>
          </ac:spMkLst>
        </pc:spChg>
        <pc:spChg chg="mod">
          <ac:chgData name="Madhav Raj" userId="b8b8d54db326cc47" providerId="LiveId" clId="{28C7CF10-BC80-4688-81FC-5166DC2172BC}" dt="2026-09-11T13:58:22.473" v="29" actId="1076"/>
          <ac:spMkLst>
            <pc:docMk/>
            <pc:sldMk cId="0" sldId="290"/>
            <ac:spMk id="17409" creationId="{00000000-0000-0000-0000-000000000000}"/>
          </ac:spMkLst>
        </pc:spChg>
        <pc:picChg chg="add mod">
          <ac:chgData name="Madhav Raj" userId="b8b8d54db326cc47" providerId="LiveId" clId="{28C7CF10-BC80-4688-81FC-5166DC2172BC}" dt="2026-09-11T14:56:03.671" v="508" actId="1076"/>
          <ac:picMkLst>
            <pc:docMk/>
            <pc:sldMk cId="0" sldId="290"/>
            <ac:picMk id="17570" creationId="{771482D5-7C79-D4BA-8CE2-A27533FD2E47}"/>
          </ac:picMkLst>
        </pc:picChg>
      </pc:sldChg>
      <pc:sldChg chg="modSp mod">
        <pc:chgData name="Madhav Raj" userId="b8b8d54db326cc47" providerId="LiveId" clId="{28C7CF10-BC80-4688-81FC-5166DC2172BC}" dt="2026-09-14T17:47:29.643" v="1407" actId="20577"/>
        <pc:sldMkLst>
          <pc:docMk/>
          <pc:sldMk cId="0" sldId="291"/>
        </pc:sldMkLst>
        <pc:spChg chg="mod">
          <ac:chgData name="Madhav Raj" userId="b8b8d54db326cc47" providerId="LiveId" clId="{28C7CF10-BC80-4688-81FC-5166DC2172BC}" dt="2026-09-14T17:47:29.643" v="1407" actId="20577"/>
          <ac:spMkLst>
            <pc:docMk/>
            <pc:sldMk cId="0" sldId="291"/>
            <ac:spMk id="6" creationId="{AC4A3EEC-8203-49E8-C580-86FDD5A470B0}"/>
          </ac:spMkLst>
        </pc:spChg>
      </pc:sldChg>
      <pc:sldChg chg="addSp delSp modSp mod">
        <pc:chgData name="Madhav Raj" userId="b8b8d54db326cc47" providerId="LiveId" clId="{28C7CF10-BC80-4688-81FC-5166DC2172BC}" dt="2026-09-18T15:25:09.940" v="3952"/>
        <pc:sldMkLst>
          <pc:docMk/>
          <pc:sldMk cId="2997144140" sldId="294"/>
        </pc:sldMkLst>
        <pc:spChg chg="add mod">
          <ac:chgData name="Madhav Raj" userId="b8b8d54db326cc47" providerId="LiveId" clId="{28C7CF10-BC80-4688-81FC-5166DC2172BC}" dt="2026-09-17T14:36:07.516" v="3814" actId="1076"/>
          <ac:spMkLst>
            <pc:docMk/>
            <pc:sldMk cId="2997144140" sldId="294"/>
            <ac:spMk id="3" creationId="{79869400-29E1-D1A9-4180-400313ECCFA3}"/>
          </ac:spMkLst>
        </pc:spChg>
        <pc:spChg chg="add mod ord">
          <ac:chgData name="Madhav Raj" userId="b8b8d54db326cc47" providerId="LiveId" clId="{28C7CF10-BC80-4688-81FC-5166DC2172BC}" dt="2026-09-17T17:32:20.848" v="3919" actId="167"/>
          <ac:spMkLst>
            <pc:docMk/>
            <pc:sldMk cId="2997144140" sldId="294"/>
            <ac:spMk id="4" creationId="{D52F01F7-8FF3-388D-7C11-1F0859857ED3}"/>
          </ac:spMkLst>
        </pc:spChg>
        <pc:spChg chg="add">
          <ac:chgData name="Madhav Raj" userId="b8b8d54db326cc47" providerId="LiveId" clId="{28C7CF10-BC80-4688-81FC-5166DC2172BC}" dt="2026-09-14T17:48:52.070" v="1420" actId="22"/>
          <ac:spMkLst>
            <pc:docMk/>
            <pc:sldMk cId="2997144140" sldId="294"/>
            <ac:spMk id="5" creationId="{031BA117-D37C-E31C-7E66-45413BAA8BC4}"/>
          </ac:spMkLst>
        </pc:spChg>
        <pc:spChg chg="add mod">
          <ac:chgData name="Madhav Raj" userId="b8b8d54db326cc47" providerId="LiveId" clId="{28C7CF10-BC80-4688-81FC-5166DC2172BC}" dt="2026-09-17T14:37:39.189" v="3825" actId="207"/>
          <ac:spMkLst>
            <pc:docMk/>
            <pc:sldMk cId="2997144140" sldId="294"/>
            <ac:spMk id="8" creationId="{061530D0-72F1-93BC-885C-EE01DE61ACEC}"/>
          </ac:spMkLst>
        </pc:spChg>
        <pc:spChg chg="add mod">
          <ac:chgData name="Madhav Raj" userId="b8b8d54db326cc47" providerId="LiveId" clId="{28C7CF10-BC80-4688-81FC-5166DC2172BC}" dt="2026-09-17T14:38:49.744" v="3837" actId="1076"/>
          <ac:spMkLst>
            <pc:docMk/>
            <pc:sldMk cId="2997144140" sldId="294"/>
            <ac:spMk id="12" creationId="{E122CAA2-1A0F-0C80-1346-A678B7CB0FA7}"/>
          </ac:spMkLst>
        </pc:spChg>
        <pc:spChg chg="add mod ord">
          <ac:chgData name="Madhav Raj" userId="b8b8d54db326cc47" providerId="LiveId" clId="{28C7CF10-BC80-4688-81FC-5166DC2172BC}" dt="2026-09-17T17:32:26.862" v="3920" actId="167"/>
          <ac:spMkLst>
            <pc:docMk/>
            <pc:sldMk cId="2997144140" sldId="294"/>
            <ac:spMk id="13" creationId="{07BF12D6-57B7-DC95-C5AA-93AAA29E6A9A}"/>
          </ac:spMkLst>
        </pc:spChg>
        <pc:spChg chg="add mod ord">
          <ac:chgData name="Madhav Raj" userId="b8b8d54db326cc47" providerId="LiveId" clId="{28C7CF10-BC80-4688-81FC-5166DC2172BC}" dt="2026-09-17T17:32:32.512" v="3921" actId="167"/>
          <ac:spMkLst>
            <pc:docMk/>
            <pc:sldMk cId="2997144140" sldId="294"/>
            <ac:spMk id="15" creationId="{DA6F9707-91EF-5DB5-3CDC-5D50A3D2BF41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39" creationId="{A5FCADD8-A88B-2A01-4EEF-286890B2A87B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41" creationId="{CD2A3B95-B3B5-B2E7-34AA-A679B4109198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42" creationId="{F574D90D-52E0-318A-053C-BB6891C3B67F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46" creationId="{64E7CE9E-0782-E506-1CA8-87157903AAFC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48" creationId="{A9C7C259-8853-14C6-B92C-1D3D64EAEA89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50" creationId="{0F5189F1-8E86-88D0-5E07-583A665BD075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52" creationId="{E3DD2ADC-C210-E456-5AF5-0816A0DE41C8}"/>
          </ac:spMkLst>
        </pc:spChg>
        <pc:spChg chg="add mod">
          <ac:chgData name="Madhav Raj" userId="b8b8d54db326cc47" providerId="LiveId" clId="{28C7CF10-BC80-4688-81FC-5166DC2172BC}" dt="2026-09-15T17:05:26.646" v="1981" actId="207"/>
          <ac:spMkLst>
            <pc:docMk/>
            <pc:sldMk cId="2997144140" sldId="294"/>
            <ac:spMk id="54" creationId="{3ED949EB-19DE-007E-E7C2-1B2ED5C887A6}"/>
          </ac:spMkLst>
        </pc:spChg>
        <pc:spChg chg="add mod">
          <ac:chgData name="Madhav Raj" userId="b8b8d54db326cc47" providerId="LiveId" clId="{28C7CF10-BC80-4688-81FC-5166DC2172BC}" dt="2026-09-15T17:01:33.388" v="1942" actId="1038"/>
          <ac:spMkLst>
            <pc:docMk/>
            <pc:sldMk cId="2997144140" sldId="294"/>
            <ac:spMk id="56" creationId="{1AC0389B-DF14-CF06-8C0D-3DE08E24ECB4}"/>
          </ac:spMkLst>
        </pc:spChg>
        <pc:spChg chg="add mod">
          <ac:chgData name="Madhav Raj" userId="b8b8d54db326cc47" providerId="LiveId" clId="{28C7CF10-BC80-4688-81FC-5166DC2172BC}" dt="2026-09-15T17:05:51.882" v="1983" actId="207"/>
          <ac:spMkLst>
            <pc:docMk/>
            <pc:sldMk cId="2997144140" sldId="294"/>
            <ac:spMk id="58" creationId="{9B981B8B-42FD-108C-CF66-A36A0268D389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60" creationId="{BCA4D6DD-B8F3-BFFE-5AE3-6FD02C58F83F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62" creationId="{877B8683-7FE8-0FD8-5174-A07C9E3E9DB8}"/>
          </ac:spMkLst>
        </pc:spChg>
        <pc:spChg chg="add mod">
          <ac:chgData name="Madhav Raj" userId="b8b8d54db326cc47" providerId="LiveId" clId="{28C7CF10-BC80-4688-81FC-5166DC2172BC}" dt="2026-09-15T17:06:17.866" v="1989" actId="1035"/>
          <ac:spMkLst>
            <pc:docMk/>
            <pc:sldMk cId="2997144140" sldId="294"/>
            <ac:spMk id="17408" creationId="{9CB01AC0-5437-E8DC-426D-8E84F774584B}"/>
          </ac:spMkLst>
        </pc:spChg>
        <pc:spChg chg="mod">
          <ac:chgData name="Madhav Raj" userId="b8b8d54db326cc47" providerId="LiveId" clId="{28C7CF10-BC80-4688-81FC-5166DC2172BC}" dt="2026-09-15T16:37:19.246" v="1732" actId="1076"/>
          <ac:spMkLst>
            <pc:docMk/>
            <pc:sldMk cId="2997144140" sldId="294"/>
            <ac:spMk id="17409" creationId="{00000000-0000-0000-0000-000000000000}"/>
          </ac:spMkLst>
        </pc:spChg>
        <pc:spChg chg="add mod">
          <ac:chgData name="Madhav Raj" userId="b8b8d54db326cc47" providerId="LiveId" clId="{28C7CF10-BC80-4688-81FC-5166DC2172BC}" dt="2026-09-15T17:21:46.554" v="2151"/>
          <ac:spMkLst>
            <pc:docMk/>
            <pc:sldMk cId="2997144140" sldId="294"/>
            <ac:spMk id="17438" creationId="{4E81567D-BAD9-314A-98CF-1504EAA13115}"/>
          </ac:spMkLst>
        </pc:spChg>
        <pc:spChg chg="add mod">
          <ac:chgData name="Madhav Raj" userId="b8b8d54db326cc47" providerId="LiveId" clId="{28C7CF10-BC80-4688-81FC-5166DC2172BC}" dt="2026-09-15T17:23:34.619" v="2173" actId="6549"/>
          <ac:spMkLst>
            <pc:docMk/>
            <pc:sldMk cId="2997144140" sldId="294"/>
            <ac:spMk id="17440" creationId="{B39A5E69-AEA6-F16F-D0EE-E16FC8930219}"/>
          </ac:spMkLst>
        </pc:spChg>
        <pc:spChg chg="add mod">
          <ac:chgData name="Madhav Raj" userId="b8b8d54db326cc47" providerId="LiveId" clId="{28C7CF10-BC80-4688-81FC-5166DC2172BC}" dt="2026-09-15T17:28:46.737" v="2217" actId="14100"/>
          <ac:spMkLst>
            <pc:docMk/>
            <pc:sldMk cId="2997144140" sldId="294"/>
            <ac:spMk id="17442" creationId="{ADBBC4FE-9FD1-AAFA-7F86-CDA605B35C17}"/>
          </ac:spMkLst>
        </pc:spChg>
        <pc:spChg chg="add mod">
          <ac:chgData name="Madhav Raj" userId="b8b8d54db326cc47" providerId="LiveId" clId="{28C7CF10-BC80-4688-81FC-5166DC2172BC}" dt="2026-09-15T17:30:48.800" v="2244" actId="14100"/>
          <ac:spMkLst>
            <pc:docMk/>
            <pc:sldMk cId="2997144140" sldId="294"/>
            <ac:spMk id="17444" creationId="{943698F8-DCE6-7169-4DB3-5471E9C13787}"/>
          </ac:spMkLst>
        </pc:spChg>
        <pc:spChg chg="add mod">
          <ac:chgData name="Madhav Raj" userId="b8b8d54db326cc47" providerId="LiveId" clId="{28C7CF10-BC80-4688-81FC-5166DC2172BC}" dt="2026-09-15T17:31:24.871" v="2249" actId="14100"/>
          <ac:spMkLst>
            <pc:docMk/>
            <pc:sldMk cId="2997144140" sldId="294"/>
            <ac:spMk id="17446" creationId="{C52FF087-6ED8-FB18-BB43-AE392F65FC2B}"/>
          </ac:spMkLst>
        </pc:spChg>
        <pc:spChg chg="add mod">
          <ac:chgData name="Madhav Raj" userId="b8b8d54db326cc47" providerId="LiveId" clId="{28C7CF10-BC80-4688-81FC-5166DC2172BC}" dt="2026-09-15T17:31:51.457" v="2255" actId="14100"/>
          <ac:spMkLst>
            <pc:docMk/>
            <pc:sldMk cId="2997144140" sldId="294"/>
            <ac:spMk id="17448" creationId="{0E658846-C15F-0403-4776-EC5D43930BDF}"/>
          </ac:spMkLst>
        </pc:spChg>
        <pc:spChg chg="add mod">
          <ac:chgData name="Madhav Raj" userId="b8b8d54db326cc47" providerId="LiveId" clId="{28C7CF10-BC80-4688-81FC-5166DC2172BC}" dt="2026-09-15T17:32:25.840" v="2264" actId="14100"/>
          <ac:spMkLst>
            <pc:docMk/>
            <pc:sldMk cId="2997144140" sldId="294"/>
            <ac:spMk id="17450" creationId="{DC1A1C45-6D6E-865A-90A4-03F288610807}"/>
          </ac:spMkLst>
        </pc:spChg>
        <pc:spChg chg="add mod">
          <ac:chgData name="Madhav Raj" userId="b8b8d54db326cc47" providerId="LiveId" clId="{28C7CF10-BC80-4688-81FC-5166DC2172BC}" dt="2026-09-15T17:18:57.404" v="2113" actId="113"/>
          <ac:spMkLst>
            <pc:docMk/>
            <pc:sldMk cId="2997144140" sldId="294"/>
            <ac:spMk id="17451" creationId="{2FA924D1-A368-1D2A-B824-65F61ADFBDED}"/>
          </ac:spMkLst>
        </pc:spChg>
        <pc:spChg chg="add mod">
          <ac:chgData name="Madhav Raj" userId="b8b8d54db326cc47" providerId="LiveId" clId="{28C7CF10-BC80-4688-81FC-5166DC2172BC}" dt="2026-09-15T17:24:25.557" v="2184" actId="1076"/>
          <ac:spMkLst>
            <pc:docMk/>
            <pc:sldMk cId="2997144140" sldId="294"/>
            <ac:spMk id="17453" creationId="{37CC8115-B992-3BFD-5252-C6BC846203E9}"/>
          </ac:spMkLst>
        </pc:spChg>
        <pc:spChg chg="add mod">
          <ac:chgData name="Madhav Raj" userId="b8b8d54db326cc47" providerId="LiveId" clId="{28C7CF10-BC80-4688-81FC-5166DC2172BC}" dt="2026-09-15T17:24:31.239" v="2185" actId="1076"/>
          <ac:spMkLst>
            <pc:docMk/>
            <pc:sldMk cId="2997144140" sldId="294"/>
            <ac:spMk id="17458" creationId="{9AB96B88-F37A-77BA-AB19-F6581018417F}"/>
          </ac:spMkLst>
        </pc:spChg>
        <pc:spChg chg="add mod">
          <ac:chgData name="Madhav Raj" userId="b8b8d54db326cc47" providerId="LiveId" clId="{28C7CF10-BC80-4688-81FC-5166DC2172BC}" dt="2026-09-15T17:29:58.885" v="2235" actId="1036"/>
          <ac:spMkLst>
            <pc:docMk/>
            <pc:sldMk cId="2997144140" sldId="294"/>
            <ac:spMk id="17460" creationId="{4BA16F29-6901-5DF6-5FB3-77194B38923E}"/>
          </ac:spMkLst>
        </pc:spChg>
        <pc:spChg chg="add mod">
          <ac:chgData name="Madhav Raj" userId="b8b8d54db326cc47" providerId="LiveId" clId="{28C7CF10-BC80-4688-81FC-5166DC2172BC}" dt="2026-09-15T17:28:53.985" v="2218" actId="1076"/>
          <ac:spMkLst>
            <pc:docMk/>
            <pc:sldMk cId="2997144140" sldId="294"/>
            <ac:spMk id="17464" creationId="{163660E5-7DE4-9657-C57C-8CACDF0FB351}"/>
          </ac:spMkLst>
        </pc:spChg>
        <pc:spChg chg="add mod">
          <ac:chgData name="Madhav Raj" userId="b8b8d54db326cc47" providerId="LiveId" clId="{28C7CF10-BC80-4688-81FC-5166DC2172BC}" dt="2026-09-15T17:33:27.809" v="2274" actId="1076"/>
          <ac:spMkLst>
            <pc:docMk/>
            <pc:sldMk cId="2997144140" sldId="294"/>
            <ac:spMk id="17466" creationId="{6126BDF7-B432-5799-1BBA-0541FC59D664}"/>
          </ac:spMkLst>
        </pc:spChg>
        <pc:spChg chg="add mod">
          <ac:chgData name="Madhav Raj" userId="b8b8d54db326cc47" providerId="LiveId" clId="{28C7CF10-BC80-4688-81FC-5166DC2172BC}" dt="2026-09-15T17:33:51.360" v="2276" actId="1076"/>
          <ac:spMkLst>
            <pc:docMk/>
            <pc:sldMk cId="2997144140" sldId="294"/>
            <ac:spMk id="17468" creationId="{1A35DFD0-4D6B-114E-1A5C-5A11AF6B9142}"/>
          </ac:spMkLst>
        </pc:spChg>
        <pc:spChg chg="add mod">
          <ac:chgData name="Madhav Raj" userId="b8b8d54db326cc47" providerId="LiveId" clId="{28C7CF10-BC80-4688-81FC-5166DC2172BC}" dt="2026-09-15T17:35:16.923" v="2282" actId="20577"/>
          <ac:spMkLst>
            <pc:docMk/>
            <pc:sldMk cId="2997144140" sldId="294"/>
            <ac:spMk id="17470" creationId="{C8D76717-3B47-ACB9-F3F6-F647C948AA67}"/>
          </ac:spMkLst>
        </pc:spChg>
        <pc:spChg chg="add mod">
          <ac:chgData name="Madhav Raj" userId="b8b8d54db326cc47" providerId="LiveId" clId="{28C7CF10-BC80-4688-81FC-5166DC2172BC}" dt="2026-09-15T17:37:08.408" v="2285" actId="1076"/>
          <ac:spMkLst>
            <pc:docMk/>
            <pc:sldMk cId="2997144140" sldId="294"/>
            <ac:spMk id="17472" creationId="{C48F2424-134E-B129-7956-2A872CE10439}"/>
          </ac:spMkLst>
        </pc:spChg>
        <pc:spChg chg="add mod">
          <ac:chgData name="Madhav Raj" userId="b8b8d54db326cc47" providerId="LiveId" clId="{28C7CF10-BC80-4688-81FC-5166DC2172BC}" dt="2026-09-15T17:38:25.878" v="2296" actId="1076"/>
          <ac:spMkLst>
            <pc:docMk/>
            <pc:sldMk cId="2997144140" sldId="294"/>
            <ac:spMk id="17474" creationId="{E991E9A7-861C-88F1-8034-25910F4D5A48}"/>
          </ac:spMkLst>
        </pc:spChg>
        <pc:spChg chg="add mod">
          <ac:chgData name="Madhav Raj" userId="b8b8d54db326cc47" providerId="LiveId" clId="{28C7CF10-BC80-4688-81FC-5166DC2172BC}" dt="2026-09-15T17:39:52.787" v="2325" actId="1076"/>
          <ac:spMkLst>
            <pc:docMk/>
            <pc:sldMk cId="2997144140" sldId="294"/>
            <ac:spMk id="17476" creationId="{D273A97B-76A0-972F-45C5-D50D0E9524E8}"/>
          </ac:spMkLst>
        </pc:spChg>
        <pc:spChg chg="add mod">
          <ac:chgData name="Madhav Raj" userId="b8b8d54db326cc47" providerId="LiveId" clId="{28C7CF10-BC80-4688-81FC-5166DC2172BC}" dt="2026-09-15T17:40:37.102" v="2332" actId="20577"/>
          <ac:spMkLst>
            <pc:docMk/>
            <pc:sldMk cId="2997144140" sldId="294"/>
            <ac:spMk id="17480" creationId="{60A4DAF9-51D2-5F82-1F9F-DAD5A853ECDA}"/>
          </ac:spMkLst>
        </pc:spChg>
        <pc:spChg chg="add mod">
          <ac:chgData name="Madhav Raj" userId="b8b8d54db326cc47" providerId="LiveId" clId="{28C7CF10-BC80-4688-81FC-5166DC2172BC}" dt="2026-09-15T17:41:01.616" v="2334" actId="122"/>
          <ac:spMkLst>
            <pc:docMk/>
            <pc:sldMk cId="2997144140" sldId="294"/>
            <ac:spMk id="17482" creationId="{5463D29E-DFD0-9736-774C-DD56BD440779}"/>
          </ac:spMkLst>
        </pc:spChg>
        <pc:spChg chg="add mod">
          <ac:chgData name="Madhav Raj" userId="b8b8d54db326cc47" providerId="LiveId" clId="{28C7CF10-BC80-4688-81FC-5166DC2172BC}" dt="2026-09-17T14:39:34.261" v="3844" actId="14100"/>
          <ac:spMkLst>
            <pc:docMk/>
            <pc:sldMk cId="2997144140" sldId="294"/>
            <ac:spMk id="17484" creationId="{4525C9F9-44D7-C504-4C7F-96A2717ACBE1}"/>
          </ac:spMkLst>
        </pc:spChg>
        <pc:spChg chg="add mod">
          <ac:chgData name="Madhav Raj" userId="b8b8d54db326cc47" providerId="LiveId" clId="{28C7CF10-BC80-4688-81FC-5166DC2172BC}" dt="2026-09-17T14:35:39.539" v="3811" actId="1076"/>
          <ac:spMkLst>
            <pc:docMk/>
            <pc:sldMk cId="2997144140" sldId="294"/>
            <ac:spMk id="17488" creationId="{C7723D18-F037-0D0C-7F39-8477689C41A5}"/>
          </ac:spMkLst>
        </pc:spChg>
        <pc:spChg chg="add del mod">
          <ac:chgData name="Madhav Raj" userId="b8b8d54db326cc47" providerId="LiveId" clId="{28C7CF10-BC80-4688-81FC-5166DC2172BC}" dt="2026-09-17T14:34:20.433" v="3796" actId="478"/>
          <ac:spMkLst>
            <pc:docMk/>
            <pc:sldMk cId="2997144140" sldId="294"/>
            <ac:spMk id="17490" creationId="{02ED2A52-375C-3ED1-2769-F3CA673CE7B1}"/>
          </ac:spMkLst>
        </pc:spChg>
        <pc:spChg chg="add del mod">
          <ac:chgData name="Madhav Raj" userId="b8b8d54db326cc47" providerId="LiveId" clId="{28C7CF10-BC80-4688-81FC-5166DC2172BC}" dt="2026-09-17T14:37:17.902" v="3821" actId="478"/>
          <ac:spMkLst>
            <pc:docMk/>
            <pc:sldMk cId="2997144140" sldId="294"/>
            <ac:spMk id="17492" creationId="{7E37C0CE-9E21-641C-33A6-9A68DA2614CC}"/>
          </ac:spMkLst>
        </pc:spChg>
        <pc:spChg chg="add del mod">
          <ac:chgData name="Madhav Raj" userId="b8b8d54db326cc47" providerId="LiveId" clId="{28C7CF10-BC80-4688-81FC-5166DC2172BC}" dt="2026-09-17T14:38:12.191" v="3833" actId="478"/>
          <ac:spMkLst>
            <pc:docMk/>
            <pc:sldMk cId="2997144140" sldId="294"/>
            <ac:spMk id="17494" creationId="{1AE4F785-32DE-1F59-71C4-A9251588115F}"/>
          </ac:spMkLst>
        </pc:spChg>
        <pc:spChg chg="add mod">
          <ac:chgData name="Madhav Raj" userId="b8b8d54db326cc47" providerId="LiveId" clId="{28C7CF10-BC80-4688-81FC-5166DC2172BC}" dt="2026-09-18T15:25:09.940" v="3952"/>
          <ac:spMkLst>
            <pc:docMk/>
            <pc:sldMk cId="2997144140" sldId="294"/>
            <ac:spMk id="17512" creationId="{A33D4C0D-2F7C-A4C2-3F52-52F1CF0DFCA9}"/>
          </ac:spMkLst>
        </pc:spChg>
        <pc:spChg chg="add mod ord">
          <ac:chgData name="Madhav Raj" userId="b8b8d54db326cc47" providerId="LiveId" clId="{28C7CF10-BC80-4688-81FC-5166DC2172BC}" dt="2026-09-17T14:36:12.894" v="3815" actId="1076"/>
          <ac:spMkLst>
            <pc:docMk/>
            <pc:sldMk cId="2997144140" sldId="294"/>
            <ac:spMk id="17514" creationId="{DD66C781-851E-7623-55A5-DCE9633BD26E}"/>
          </ac:spMkLst>
        </pc:spChg>
        <pc:spChg chg="add mod ord">
          <ac:chgData name="Madhav Raj" userId="b8b8d54db326cc47" providerId="LiveId" clId="{28C7CF10-BC80-4688-81FC-5166DC2172BC}" dt="2026-09-17T14:38:05.842" v="3831" actId="1076"/>
          <ac:spMkLst>
            <pc:docMk/>
            <pc:sldMk cId="2997144140" sldId="294"/>
            <ac:spMk id="17518" creationId="{E34FA316-08F0-5178-3098-DE9109D33DA5}"/>
          </ac:spMkLst>
        </pc:spChg>
        <pc:spChg chg="add mod ord">
          <ac:chgData name="Madhav Raj" userId="b8b8d54db326cc47" providerId="LiveId" clId="{28C7CF10-BC80-4688-81FC-5166DC2172BC}" dt="2026-09-17T14:39:22.043" v="3842" actId="1076"/>
          <ac:spMkLst>
            <pc:docMk/>
            <pc:sldMk cId="2997144140" sldId="294"/>
            <ac:spMk id="17520" creationId="{584B64C3-6DAE-2F70-1458-C0A4F45E2984}"/>
          </ac:spMkLst>
        </pc:spChg>
        <pc:spChg chg="add mod">
          <ac:chgData name="Madhav Raj" userId="b8b8d54db326cc47" providerId="LiveId" clId="{28C7CF10-BC80-4688-81FC-5166DC2172BC}" dt="2026-09-17T17:29:05.940" v="3889" actId="14100"/>
          <ac:spMkLst>
            <pc:docMk/>
            <pc:sldMk cId="2997144140" sldId="294"/>
            <ac:spMk id="17522" creationId="{7DDB07F6-44FA-8EDB-65B9-ABE92CAF8411}"/>
          </ac:spMkLst>
        </pc:spChg>
        <pc:spChg chg="add del mod">
          <ac:chgData name="Madhav Raj" userId="b8b8d54db326cc47" providerId="LiveId" clId="{28C7CF10-BC80-4688-81FC-5166DC2172BC}" dt="2026-09-17T17:31:31.445" v="3910" actId="478"/>
          <ac:spMkLst>
            <pc:docMk/>
            <pc:sldMk cId="2997144140" sldId="294"/>
            <ac:spMk id="17524" creationId="{49CA1E5A-8B29-AA5A-CFE3-5BC5293C0F6E}"/>
          </ac:spMkLst>
        </pc:spChg>
        <pc:spChg chg="add del mod">
          <ac:chgData name="Madhav Raj" userId="b8b8d54db326cc47" providerId="LiveId" clId="{28C7CF10-BC80-4688-81FC-5166DC2172BC}" dt="2026-09-17T17:31:21.861" v="3907" actId="478"/>
          <ac:spMkLst>
            <pc:docMk/>
            <pc:sldMk cId="2997144140" sldId="294"/>
            <ac:spMk id="17526" creationId="{A54A6281-7719-ACBA-D125-F929EC7114AA}"/>
          </ac:spMkLst>
        </pc:spChg>
        <pc:spChg chg="add mod">
          <ac:chgData name="Madhav Raj" userId="b8b8d54db326cc47" providerId="LiveId" clId="{28C7CF10-BC80-4688-81FC-5166DC2172BC}" dt="2026-09-17T17:30:09.155" v="3900" actId="14100"/>
          <ac:spMkLst>
            <pc:docMk/>
            <pc:sldMk cId="2997144140" sldId="294"/>
            <ac:spMk id="17528" creationId="{0C487FB3-3579-685D-EE94-C9B557D67DD3}"/>
          </ac:spMkLst>
        </pc:spChg>
        <pc:spChg chg="add del mod">
          <ac:chgData name="Madhav Raj" userId="b8b8d54db326cc47" providerId="LiveId" clId="{28C7CF10-BC80-4688-81FC-5166DC2172BC}" dt="2026-09-17T17:31:49.346" v="3915" actId="478"/>
          <ac:spMkLst>
            <pc:docMk/>
            <pc:sldMk cId="2997144140" sldId="294"/>
            <ac:spMk id="17532" creationId="{B627770C-1C7D-C319-AD19-D23EBE997DBF}"/>
          </ac:spMkLst>
        </pc:spChg>
        <pc:spChg chg="add mod">
          <ac:chgData name="Madhav Raj" userId="b8b8d54db326cc47" providerId="LiveId" clId="{28C7CF10-BC80-4688-81FC-5166DC2172BC}" dt="2026-09-17T17:32:56.544" v="3926" actId="14100"/>
          <ac:spMkLst>
            <pc:docMk/>
            <pc:sldMk cId="2997144140" sldId="294"/>
            <ac:spMk id="17535" creationId="{5CCCCD83-988A-3024-B519-780FCAA4B126}"/>
          </ac:spMkLst>
        </pc:spChg>
        <pc:spChg chg="add mod">
          <ac:chgData name="Madhav Raj" userId="b8b8d54db326cc47" providerId="LiveId" clId="{28C7CF10-BC80-4688-81FC-5166DC2172BC}" dt="2026-09-17T17:33:23.966" v="3930" actId="14100"/>
          <ac:spMkLst>
            <pc:docMk/>
            <pc:sldMk cId="2997144140" sldId="294"/>
            <ac:spMk id="17539" creationId="{15E8CB31-020C-3974-169B-944600C2D3CE}"/>
          </ac:spMkLst>
        </pc:spChg>
        <pc:spChg chg="add mod">
          <ac:chgData name="Madhav Raj" userId="b8b8d54db326cc47" providerId="LiveId" clId="{28C7CF10-BC80-4688-81FC-5166DC2172BC}" dt="2026-09-17T17:33:44.060" v="3934" actId="1076"/>
          <ac:spMkLst>
            <pc:docMk/>
            <pc:sldMk cId="2997144140" sldId="294"/>
            <ac:spMk id="17543" creationId="{C494553B-4DE6-DB1E-9776-3EA78DB374FC}"/>
          </ac:spMkLst>
        </pc:spChg>
        <pc:spChg chg="add mod">
          <ac:chgData name="Madhav Raj" userId="b8b8d54db326cc47" providerId="LiveId" clId="{28C7CF10-BC80-4688-81FC-5166DC2172BC}" dt="2026-09-17T17:35:18.331" v="3946" actId="1076"/>
          <ac:spMkLst>
            <pc:docMk/>
            <pc:sldMk cId="2997144140" sldId="294"/>
            <ac:spMk id="17545" creationId="{1716D223-08A9-DC13-5D76-209A624C29F6}"/>
          </ac:spMkLst>
        </pc:spChg>
        <pc:spChg chg="add del mod">
          <ac:chgData name="Madhav Raj" userId="b8b8d54db326cc47" providerId="LiveId" clId="{28C7CF10-BC80-4688-81FC-5166DC2172BC}" dt="2026-09-17T14:30:24.922" v="3770" actId="478"/>
          <ac:spMkLst>
            <pc:docMk/>
            <pc:sldMk cId="2997144140" sldId="294"/>
            <ac:spMk id="17551" creationId="{AD4880D0-D31C-D762-F6C9-81E1B34C019F}"/>
          </ac:spMkLst>
        </pc:spChg>
        <pc:spChg chg="add del mod">
          <ac:chgData name="Madhav Raj" userId="b8b8d54db326cc47" providerId="LiveId" clId="{28C7CF10-BC80-4688-81FC-5166DC2172BC}" dt="2026-09-17T14:30:27.066" v="3771" actId="478"/>
          <ac:spMkLst>
            <pc:docMk/>
            <pc:sldMk cId="2997144140" sldId="294"/>
            <ac:spMk id="17553" creationId="{FF2DF251-FCD6-E9B5-E6DA-DAFEEC4F5CE4}"/>
          </ac:spMkLst>
        </pc:spChg>
        <pc:spChg chg="add del mod">
          <ac:chgData name="Madhav Raj" userId="b8b8d54db326cc47" providerId="LiveId" clId="{28C7CF10-BC80-4688-81FC-5166DC2172BC}" dt="2026-09-17T14:30:31.211" v="3772" actId="478"/>
          <ac:spMkLst>
            <pc:docMk/>
            <pc:sldMk cId="2997144140" sldId="294"/>
            <ac:spMk id="17554" creationId="{AE07247C-3416-ABDF-0861-1921D9E3D698}"/>
          </ac:spMkLst>
        </pc:spChg>
        <pc:picChg chg="add mod modCrop">
          <ac:chgData name="Madhav Raj" userId="b8b8d54db326cc47" providerId="LiveId" clId="{28C7CF10-BC80-4688-81FC-5166DC2172BC}" dt="2026-09-17T14:30:51.211" v="3773" actId="732"/>
          <ac:picMkLst>
            <pc:docMk/>
            <pc:sldMk cId="2997144140" sldId="294"/>
            <ac:picMk id="36" creationId="{C2FFE457-79A7-19A1-4C38-E4BA0408D436}"/>
          </ac:picMkLst>
        </pc:picChg>
        <pc:picChg chg="add mod">
          <ac:chgData name="Madhav Raj" userId="b8b8d54db326cc47" providerId="LiveId" clId="{28C7CF10-BC80-4688-81FC-5166DC2172BC}" dt="2026-09-15T17:17:55.956" v="2100" actId="1076"/>
          <ac:picMkLst>
            <pc:docMk/>
            <pc:sldMk cId="2997144140" sldId="294"/>
            <ac:picMk id="17423" creationId="{607DAD24-FF4A-5C10-5F85-50B634589F24}"/>
          </ac:picMkLst>
        </pc:picChg>
        <pc:picChg chg="add mod">
          <ac:chgData name="Madhav Raj" userId="b8b8d54db326cc47" providerId="LiveId" clId="{28C7CF10-BC80-4688-81FC-5166DC2172BC}" dt="2026-09-15T17:10:13.133" v="2041" actId="1076"/>
          <ac:picMkLst>
            <pc:docMk/>
            <pc:sldMk cId="2997144140" sldId="294"/>
            <ac:picMk id="17425" creationId="{331D23D2-7950-B8E4-80A6-30837D582EAF}"/>
          </ac:picMkLst>
        </pc:picChg>
        <pc:picChg chg="add mod">
          <ac:chgData name="Madhav Raj" userId="b8b8d54db326cc47" providerId="LiveId" clId="{28C7CF10-BC80-4688-81FC-5166DC2172BC}" dt="2026-09-15T17:12:24.702" v="2052" actId="1076"/>
          <ac:picMkLst>
            <pc:docMk/>
            <pc:sldMk cId="2997144140" sldId="294"/>
            <ac:picMk id="17429" creationId="{5A7DA7CA-987B-06EF-FF37-012089D45F80}"/>
          </ac:picMkLst>
        </pc:picChg>
        <pc:picChg chg="add mod">
          <ac:chgData name="Madhav Raj" userId="b8b8d54db326cc47" providerId="LiveId" clId="{28C7CF10-BC80-4688-81FC-5166DC2172BC}" dt="2026-09-15T17:12:57.138" v="2058" actId="1076"/>
          <ac:picMkLst>
            <pc:docMk/>
            <pc:sldMk cId="2997144140" sldId="294"/>
            <ac:picMk id="17431" creationId="{1EF3EBD7-4D22-B46E-085C-67EE957A064E}"/>
          </ac:picMkLst>
        </pc:picChg>
        <pc:picChg chg="add mod">
          <ac:chgData name="Madhav Raj" userId="b8b8d54db326cc47" providerId="LiveId" clId="{28C7CF10-BC80-4688-81FC-5166DC2172BC}" dt="2026-09-15T17:13:33.874" v="2063" actId="1076"/>
          <ac:picMkLst>
            <pc:docMk/>
            <pc:sldMk cId="2997144140" sldId="294"/>
            <ac:picMk id="17433" creationId="{E9FA74BE-3FB1-12C0-3B6A-773E0A803C13}"/>
          </ac:picMkLst>
        </pc:picChg>
        <pc:picChg chg="add mod">
          <ac:chgData name="Madhav Raj" userId="b8b8d54db326cc47" providerId="LiveId" clId="{28C7CF10-BC80-4688-81FC-5166DC2172BC}" dt="2026-09-15T17:38:36.014" v="2318" actId="1036"/>
          <ac:picMkLst>
            <pc:docMk/>
            <pc:sldMk cId="2997144140" sldId="294"/>
            <ac:picMk id="17435" creationId="{D7DAFBC8-4625-071E-FB31-CE7050ED7927}"/>
          </ac:picMkLst>
        </pc:picChg>
        <pc:picChg chg="add mod">
          <ac:chgData name="Madhav Raj" userId="b8b8d54db326cc47" providerId="LiveId" clId="{28C7CF10-BC80-4688-81FC-5166DC2172BC}" dt="2026-09-15T17:14:42.857" v="2069" actId="1076"/>
          <ac:picMkLst>
            <pc:docMk/>
            <pc:sldMk cId="2997144140" sldId="294"/>
            <ac:picMk id="17437" creationId="{16BFDF76-85F7-01D4-8685-9D535199B331}"/>
          </ac:picMkLst>
        </pc:picChg>
        <pc:picChg chg="add mod">
          <ac:chgData name="Madhav Raj" userId="b8b8d54db326cc47" providerId="LiveId" clId="{28C7CF10-BC80-4688-81FC-5166DC2172BC}" dt="2026-09-17T14:35:51.345" v="3813" actId="1076"/>
          <ac:picMkLst>
            <pc:docMk/>
            <pc:sldMk cId="2997144140" sldId="294"/>
            <ac:picMk id="17503" creationId="{85382374-6165-1873-FACD-77DF8D01862B}"/>
          </ac:picMkLst>
        </pc:picChg>
        <pc:picChg chg="add mod ord">
          <ac:chgData name="Madhav Raj" userId="b8b8d54db326cc47" providerId="LiveId" clId="{28C7CF10-BC80-4688-81FC-5166DC2172BC}" dt="2026-09-17T14:36:17.623" v="3816" actId="1076"/>
          <ac:picMkLst>
            <pc:docMk/>
            <pc:sldMk cId="2997144140" sldId="294"/>
            <ac:picMk id="17507" creationId="{B99A9272-DFAD-C45F-F593-7CFEF66C5750}"/>
          </ac:picMkLst>
        </pc:picChg>
        <pc:picChg chg="add mod ord">
          <ac:chgData name="Madhav Raj" userId="b8b8d54db326cc47" providerId="LiveId" clId="{28C7CF10-BC80-4688-81FC-5166DC2172BC}" dt="2026-09-17T14:37:51.280" v="3828" actId="1076"/>
          <ac:picMkLst>
            <pc:docMk/>
            <pc:sldMk cId="2997144140" sldId="294"/>
            <ac:picMk id="17509" creationId="{2846B0BC-8830-E986-8939-2004DEC13D87}"/>
          </ac:picMkLst>
        </pc:picChg>
        <pc:picChg chg="add mod ord">
          <ac:chgData name="Madhav Raj" userId="b8b8d54db326cc47" providerId="LiveId" clId="{28C7CF10-BC80-4688-81FC-5166DC2172BC}" dt="2026-09-17T14:39:06.467" v="3840" actId="1076"/>
          <ac:picMkLst>
            <pc:docMk/>
            <pc:sldMk cId="2997144140" sldId="294"/>
            <ac:picMk id="17511" creationId="{B70A6442-90FD-E2F2-4BD2-85E6512433B4}"/>
          </ac:picMkLst>
        </pc:picChg>
        <pc:picChg chg="add mod">
          <ac:chgData name="Madhav Raj" userId="b8b8d54db326cc47" providerId="LiveId" clId="{28C7CF10-BC80-4688-81FC-5166DC2172BC}" dt="2026-09-17T17:33:04.143" v="3927" actId="1076"/>
          <ac:picMkLst>
            <pc:docMk/>
            <pc:sldMk cId="2997144140" sldId="294"/>
            <ac:picMk id="17534" creationId="{318EAA4D-6450-59F5-AED7-00D8A5716744}"/>
          </ac:picMkLst>
        </pc:picChg>
        <pc:picChg chg="add mod">
          <ac:chgData name="Madhav Raj" userId="b8b8d54db326cc47" providerId="LiveId" clId="{28C7CF10-BC80-4688-81FC-5166DC2172BC}" dt="2026-09-17T14:33:17.407" v="3789" actId="1076"/>
          <ac:picMkLst>
            <pc:docMk/>
            <pc:sldMk cId="2997144140" sldId="294"/>
            <ac:picMk id="17537" creationId="{849FFFF7-9662-5109-0288-09F8AEB6A2AF}"/>
          </ac:picMkLst>
        </pc:picChg>
        <pc:picChg chg="add mod">
          <ac:chgData name="Madhav Raj" userId="b8b8d54db326cc47" providerId="LiveId" clId="{28C7CF10-BC80-4688-81FC-5166DC2172BC}" dt="2026-09-17T14:32:58.161" v="3787" actId="1076"/>
          <ac:picMkLst>
            <pc:docMk/>
            <pc:sldMk cId="2997144140" sldId="294"/>
            <ac:picMk id="17547" creationId="{9FEE77CE-B373-4329-50F3-5FB236284EEF}"/>
          </ac:picMkLst>
        </pc:picChg>
        <pc:picChg chg="add mod">
          <ac:chgData name="Madhav Raj" userId="b8b8d54db326cc47" providerId="LiveId" clId="{28C7CF10-BC80-4688-81FC-5166DC2172BC}" dt="2026-09-17T17:34:08.612" v="3939" actId="1076"/>
          <ac:picMkLst>
            <pc:docMk/>
            <pc:sldMk cId="2997144140" sldId="294"/>
            <ac:picMk id="17549" creationId="{23675DDB-6E61-40A1-BEF6-F112A9DF4405}"/>
          </ac:picMkLst>
        </pc:picChg>
      </pc:sldChg>
      <pc:sldChg chg="addSp delSp modSp add mod">
        <pc:chgData name="Madhav Raj" userId="b8b8d54db326cc47" providerId="LiveId" clId="{28C7CF10-BC80-4688-81FC-5166DC2172BC}" dt="2026-09-18T15:31:24.385" v="4051"/>
        <pc:sldMkLst>
          <pc:docMk/>
          <pc:sldMk cId="3916788613" sldId="296"/>
        </pc:sldMkLst>
        <pc:spChg chg="mod">
          <ac:chgData name="Madhav Raj" userId="b8b8d54db326cc47" providerId="LiveId" clId="{28C7CF10-BC80-4688-81FC-5166DC2172BC}" dt="2026-09-15T19:02:08.598" v="2964" actId="1076"/>
          <ac:spMkLst>
            <pc:docMk/>
            <pc:sldMk cId="3916788613" sldId="296"/>
            <ac:spMk id="7" creationId="{00000000-0000-0000-0000-000000000000}"/>
          </ac:spMkLst>
        </pc:spChg>
        <pc:spChg chg="mod">
          <ac:chgData name="Madhav Raj" userId="b8b8d54db326cc47" providerId="LiveId" clId="{28C7CF10-BC80-4688-81FC-5166DC2172BC}" dt="2026-09-15T19:01:57.319" v="2960" actId="14100"/>
          <ac:spMkLst>
            <pc:docMk/>
            <pc:sldMk cId="3916788613" sldId="296"/>
            <ac:spMk id="10" creationId="{AD4F69D3-EEB0-4C4C-9434-B9960FB5854C}"/>
          </ac:spMkLst>
        </pc:spChg>
        <pc:spChg chg="add">
          <ac:chgData name="Madhav Raj" userId="b8b8d54db326cc47" providerId="LiveId" clId="{28C7CF10-BC80-4688-81FC-5166DC2172BC}" dt="2026-09-14T17:48:58.353" v="1422" actId="22"/>
          <ac:spMkLst>
            <pc:docMk/>
            <pc:sldMk cId="3916788613" sldId="296"/>
            <ac:spMk id="11" creationId="{BB970956-50A7-9305-50B9-8BDAE0753547}"/>
          </ac:spMkLst>
        </pc:spChg>
        <pc:spChg chg="add mod">
          <ac:chgData name="Madhav Raj" userId="b8b8d54db326cc47" providerId="LiveId" clId="{28C7CF10-BC80-4688-81FC-5166DC2172BC}" dt="2026-09-17T14:46:05.782" v="3874" actId="14100"/>
          <ac:spMkLst>
            <pc:docMk/>
            <pc:sldMk cId="3916788613" sldId="296"/>
            <ac:spMk id="17" creationId="{CA2109FD-7A9C-F0C3-6B12-F7874A4DDFB5}"/>
          </ac:spMkLst>
        </pc:spChg>
        <pc:spChg chg="add mod">
          <ac:chgData name="Madhav Raj" userId="b8b8d54db326cc47" providerId="LiveId" clId="{28C7CF10-BC80-4688-81FC-5166DC2172BC}" dt="2026-09-18T15:31:24.385" v="4051"/>
          <ac:spMkLst>
            <pc:docMk/>
            <pc:sldMk cId="3916788613" sldId="296"/>
            <ac:spMk id="20" creationId="{CCC3E4B5-F9E7-1169-648D-1B533C41B395}"/>
          </ac:spMkLst>
        </pc:spChg>
        <pc:spChg chg="add mod">
          <ac:chgData name="Madhav Raj" userId="b8b8d54db326cc47" providerId="LiveId" clId="{28C7CF10-BC80-4688-81FC-5166DC2172BC}" dt="2026-09-17T14:46:10.346" v="3875" actId="14100"/>
          <ac:spMkLst>
            <pc:docMk/>
            <pc:sldMk cId="3916788613" sldId="296"/>
            <ac:spMk id="23" creationId="{7779B3AA-F34D-63D9-C877-B37FB8644C0F}"/>
          </ac:spMkLst>
        </pc:spChg>
        <pc:spChg chg="add mod">
          <ac:chgData name="Madhav Raj" userId="b8b8d54db326cc47" providerId="LiveId" clId="{28C7CF10-BC80-4688-81FC-5166DC2172BC}" dt="2026-09-15T19:02:18.743" v="2966" actId="1076"/>
          <ac:spMkLst>
            <pc:docMk/>
            <pc:sldMk cId="3916788613" sldId="296"/>
            <ac:spMk id="25" creationId="{40291122-D6C0-FDA3-4BD1-13FA40690A18}"/>
          </ac:spMkLst>
        </pc:spChg>
        <pc:spChg chg="add mod">
          <ac:chgData name="Madhav Raj" userId="b8b8d54db326cc47" providerId="LiveId" clId="{28C7CF10-BC80-4688-81FC-5166DC2172BC}" dt="2026-09-15T19:07:28.628" v="2989" actId="14100"/>
          <ac:spMkLst>
            <pc:docMk/>
            <pc:sldMk cId="3916788613" sldId="296"/>
            <ac:spMk id="26" creationId="{0E812E51-E914-E4B0-2489-DE8A7DEF24B7}"/>
          </ac:spMkLst>
        </pc:spChg>
        <pc:spChg chg="add mod ord">
          <ac:chgData name="Madhav Raj" userId="b8b8d54db326cc47" providerId="LiveId" clId="{28C7CF10-BC80-4688-81FC-5166DC2172BC}" dt="2026-09-18T15:28:50.566" v="3968" actId="167"/>
          <ac:spMkLst>
            <pc:docMk/>
            <pc:sldMk cId="3916788613" sldId="296"/>
            <ac:spMk id="27" creationId="{5C431449-F5BC-3A4E-A223-A51F76D4F330}"/>
          </ac:spMkLst>
        </pc:spChg>
        <pc:spChg chg="add mod">
          <ac:chgData name="Madhav Raj" userId="b8b8d54db326cc47" providerId="LiveId" clId="{28C7CF10-BC80-4688-81FC-5166DC2172BC}" dt="2026-09-17T14:45:47.536" v="3871" actId="14100"/>
          <ac:spMkLst>
            <pc:docMk/>
            <pc:sldMk cId="3916788613" sldId="296"/>
            <ac:spMk id="28" creationId="{14A706E4-2582-085E-BB1E-A8D92F666840}"/>
          </ac:spMkLst>
        </pc:spChg>
        <pc:spChg chg="add mod">
          <ac:chgData name="Madhav Raj" userId="b8b8d54db326cc47" providerId="LiveId" clId="{28C7CF10-BC80-4688-81FC-5166DC2172BC}" dt="2026-09-17T14:45:06.074" v="3865" actId="14100"/>
          <ac:spMkLst>
            <pc:docMk/>
            <pc:sldMk cId="3916788613" sldId="296"/>
            <ac:spMk id="30" creationId="{FB178914-396F-3026-118D-8C8530FA37C4}"/>
          </ac:spMkLst>
        </pc:spChg>
        <pc:spChg chg="add mod ord">
          <ac:chgData name="Madhav Raj" userId="b8b8d54db326cc47" providerId="LiveId" clId="{28C7CF10-BC80-4688-81FC-5166DC2172BC}" dt="2026-09-18T15:28:16.535" v="3964" actId="167"/>
          <ac:spMkLst>
            <pc:docMk/>
            <pc:sldMk cId="3916788613" sldId="296"/>
            <ac:spMk id="31" creationId="{DB171F9B-E958-EBB9-68C6-5F5BD96ED2C2}"/>
          </ac:spMkLst>
        </pc:spChg>
        <pc:spChg chg="add mod">
          <ac:chgData name="Madhav Raj" userId="b8b8d54db326cc47" providerId="LiveId" clId="{28C7CF10-BC80-4688-81FC-5166DC2172BC}" dt="2026-09-17T14:45:20.363" v="3868" actId="14100"/>
          <ac:spMkLst>
            <pc:docMk/>
            <pc:sldMk cId="3916788613" sldId="296"/>
            <ac:spMk id="33" creationId="{DB01FFC7-D554-177F-E97A-0AE7EFCC0180}"/>
          </ac:spMkLst>
        </pc:spChg>
        <pc:spChg chg="add mod ord">
          <ac:chgData name="Madhav Raj" userId="b8b8d54db326cc47" providerId="LiveId" clId="{28C7CF10-BC80-4688-81FC-5166DC2172BC}" dt="2026-09-18T15:27:57.381" v="3961" actId="167"/>
          <ac:spMkLst>
            <pc:docMk/>
            <pc:sldMk cId="3916788613" sldId="296"/>
            <ac:spMk id="35" creationId="{E3DA2FC5-10A4-0407-3BBD-29C6D75FE88B}"/>
          </ac:spMkLst>
        </pc:spChg>
        <pc:spChg chg="add mod ord">
          <ac:chgData name="Madhav Raj" userId="b8b8d54db326cc47" providerId="LiveId" clId="{28C7CF10-BC80-4688-81FC-5166DC2172BC}" dt="2026-09-18T15:27:38.278" v="3958" actId="167"/>
          <ac:spMkLst>
            <pc:docMk/>
            <pc:sldMk cId="3916788613" sldId="296"/>
            <ac:spMk id="38" creationId="{7EE00FEE-E7DC-9ACD-8DE6-C75D5CF0DC10}"/>
          </ac:spMkLst>
        </pc:spChg>
        <pc:spChg chg="add mod ord">
          <ac:chgData name="Madhav Raj" userId="b8b8d54db326cc47" providerId="LiveId" clId="{28C7CF10-BC80-4688-81FC-5166DC2172BC}" dt="2026-09-18T15:28:42.471" v="3966" actId="167"/>
          <ac:spMkLst>
            <pc:docMk/>
            <pc:sldMk cId="3916788613" sldId="296"/>
            <ac:spMk id="40" creationId="{2EFE873E-D2FF-F8B3-B158-C71B6BEEE86C}"/>
          </ac:spMkLst>
        </pc:spChg>
        <pc:spChg chg="add mod ord">
          <ac:chgData name="Madhav Raj" userId="b8b8d54db326cc47" providerId="LiveId" clId="{28C7CF10-BC80-4688-81FC-5166DC2172BC}" dt="2026-09-18T15:28:27.451" v="3965" actId="14100"/>
          <ac:spMkLst>
            <pc:docMk/>
            <pc:sldMk cId="3916788613" sldId="296"/>
            <ac:spMk id="42" creationId="{4C2EB00D-15E7-C797-5422-DCA58BA09120}"/>
          </ac:spMkLst>
        </pc:spChg>
        <pc:spChg chg="add mod ord">
          <ac:chgData name="Madhav Raj" userId="b8b8d54db326cc47" providerId="LiveId" clId="{28C7CF10-BC80-4688-81FC-5166DC2172BC}" dt="2026-09-18T15:27:48.820" v="3959" actId="167"/>
          <ac:spMkLst>
            <pc:docMk/>
            <pc:sldMk cId="3916788613" sldId="296"/>
            <ac:spMk id="44" creationId="{A79C943F-C5E6-91C2-9016-54C9900693AE}"/>
          </ac:spMkLst>
        </pc:spChg>
        <pc:spChg chg="add mod ord">
          <ac:chgData name="Madhav Raj" userId="b8b8d54db326cc47" providerId="LiveId" clId="{28C7CF10-BC80-4688-81FC-5166DC2172BC}" dt="2026-09-18T15:30:00.431" v="4048" actId="255"/>
          <ac:spMkLst>
            <pc:docMk/>
            <pc:sldMk cId="3916788613" sldId="296"/>
            <ac:spMk id="48" creationId="{72907E93-3191-EA30-E038-7518B1583F05}"/>
          </ac:spMkLst>
        </pc:spChg>
        <pc:picChg chg="add mod">
          <ac:chgData name="Madhav Raj" userId="b8b8d54db326cc47" providerId="LiveId" clId="{28C7CF10-BC80-4688-81FC-5166DC2172BC}" dt="2026-09-15T19:02:15.871" v="2965" actId="1076"/>
          <ac:picMkLst>
            <pc:docMk/>
            <pc:sldMk cId="3916788613" sldId="296"/>
            <ac:picMk id="4" creationId="{8229680F-DB94-FD95-D190-756D8534E29C}"/>
          </ac:picMkLst>
        </pc:picChg>
        <pc:picChg chg="mod">
          <ac:chgData name="Madhav Raj" userId="b8b8d54db326cc47" providerId="LiveId" clId="{28C7CF10-BC80-4688-81FC-5166DC2172BC}" dt="2026-09-15T19:34:22.198" v="3177" actId="1076"/>
          <ac:picMkLst>
            <pc:docMk/>
            <pc:sldMk cId="3916788613" sldId="296"/>
            <ac:picMk id="12" creationId="{00000000-0000-0000-0000-000000000000}"/>
          </ac:picMkLst>
        </pc:picChg>
      </pc:sldChg>
      <pc:sldChg chg="add del">
        <pc:chgData name="Madhav Raj" userId="b8b8d54db326cc47" providerId="LiveId" clId="{28C7CF10-BC80-4688-81FC-5166DC2172BC}" dt="2026-09-18T15:17:26.896" v="3950" actId="47"/>
        <pc:sldMkLst>
          <pc:docMk/>
          <pc:sldMk cId="2606214689" sldId="297"/>
        </pc:sldMkLst>
      </pc:sldChg>
      <pc:sldMasterChg chg="delSldLayout">
        <pc:chgData name="Madhav Raj" userId="b8b8d54db326cc47" providerId="LiveId" clId="{28C7CF10-BC80-4688-81FC-5166DC2172BC}" dt="2026-09-14T18:41:05.630" v="1656" actId="47"/>
        <pc:sldMasterMkLst>
          <pc:docMk/>
          <pc:sldMasterMk cId="0" sldId="2147483648"/>
        </pc:sldMasterMkLst>
      </pc:sldMasterChg>
    </pc:docChg>
  </pc:docChgLst>
  <pc:docChgLst>
    <pc:chgData name="Guest User" providerId="Windows Live" clId="Web-{ACFCB1FB-3951-5521-ABB4-5DF25CC8FB54}"/>
    <pc:docChg chg="modSld">
      <pc:chgData name="Guest User" userId="" providerId="Windows Live" clId="Web-{ACFCB1FB-3951-5521-ABB4-5DF25CC8FB54}" dt="2026-09-14T17:51:44.946" v="4" actId="1076"/>
      <pc:docMkLst>
        <pc:docMk/>
      </pc:docMkLst>
      <pc:sldChg chg="modSp">
        <pc:chgData name="Guest User" userId="" providerId="Windows Live" clId="Web-{ACFCB1FB-3951-5521-ABB4-5DF25CC8FB54}" dt="2026-09-14T17:51:44.946" v="4" actId="1076"/>
        <pc:sldMkLst>
          <pc:docMk/>
          <pc:sldMk cId="0" sldId="259"/>
        </pc:sldMkLst>
      </pc:sldChg>
      <pc:sldChg chg="modSp">
        <pc:chgData name="Guest User" userId="" providerId="Windows Live" clId="Web-{ACFCB1FB-3951-5521-ABB4-5DF25CC8FB54}" dt="2026-09-14T17:42:14.540" v="1" actId="1076"/>
        <pc:sldMkLst>
          <pc:docMk/>
          <pc:sldMk cId="0" sldId="281"/>
        </pc:sldMkLst>
        <pc:spChg chg="mod">
          <ac:chgData name="Guest User" userId="" providerId="Windows Live" clId="Web-{ACFCB1FB-3951-5521-ABB4-5DF25CC8FB54}" dt="2026-09-14T17:42:14.540" v="1" actId="1076"/>
          <ac:spMkLst>
            <pc:docMk/>
            <pc:sldMk cId="0" sldId="281"/>
            <ac:spMk id="62" creationId="{8B4AE492-C8FB-D612-8256-4A067A096FC5}"/>
          </ac:spMkLst>
        </pc:spChg>
      </pc:sldChg>
    </pc:docChg>
  </pc:docChgLst>
  <pc:docChgLst>
    <pc:chgData name="Guest User" providerId="Windows Live" clId="Web-{7D27CA8F-0E6B-E860-8131-A73E1B926392}"/>
    <pc:docChg chg="modSld">
      <pc:chgData name="Guest User" userId="" providerId="Windows Live" clId="Web-{7D27CA8F-0E6B-E860-8131-A73E1B926392}" dt="2026-09-14T17:51:49.898" v="3" actId="1076"/>
      <pc:docMkLst>
        <pc:docMk/>
      </pc:docMkLst>
      <pc:sldChg chg="modSp">
        <pc:chgData name="Guest User" userId="" providerId="Windows Live" clId="Web-{7D27CA8F-0E6B-E860-8131-A73E1B926392}" dt="2026-09-14T17:51:49.898" v="3" actId="1076"/>
        <pc:sldMkLst>
          <pc:docMk/>
          <pc:sldMk cId="0" sldId="259"/>
        </pc:sldMkLst>
      </pc:sldChg>
    </pc:docChg>
  </pc:docChgLst>
  <pc:docChgLst>
    <pc:chgData name="Guest User" providerId="Windows Live" clId="Web-{6AA2E050-90BD-55AA-50EC-EC9E07D7A743}"/>
    <pc:docChg chg="modSld">
      <pc:chgData name="Guest User" userId="" providerId="Windows Live" clId="Web-{6AA2E050-90BD-55AA-50EC-EC9E07D7A743}" dt="2026-09-14T18:34:52.182" v="35" actId="1076"/>
      <pc:docMkLst>
        <pc:docMk/>
      </pc:docMkLst>
      <pc:sldChg chg="addSp delSp modSp">
        <pc:chgData name="Guest User" userId="" providerId="Windows Live" clId="Web-{6AA2E050-90BD-55AA-50EC-EC9E07D7A743}" dt="2026-09-14T18:11:25.916" v="24" actId="1076"/>
        <pc:sldMkLst>
          <pc:docMk/>
          <pc:sldMk cId="0" sldId="259"/>
        </pc:sldMkLst>
        <pc:spChg chg="add mod">
          <ac:chgData name="Guest User" userId="" providerId="Windows Live" clId="Web-{6AA2E050-90BD-55AA-50EC-EC9E07D7A743}" dt="2026-09-14T18:11:17.400" v="22" actId="1076"/>
          <ac:spMkLst>
            <pc:docMk/>
            <pc:sldMk cId="0" sldId="259"/>
            <ac:spMk id="3" creationId="{C6AA267D-94C9-585B-7CD4-4C4C5BD507EA}"/>
          </ac:spMkLst>
        </pc:spChg>
        <pc:picChg chg="mod">
          <ac:chgData name="Guest User" userId="" providerId="Windows Live" clId="Web-{6AA2E050-90BD-55AA-50EC-EC9E07D7A743}" dt="2026-09-14T18:11:25.916" v="24" actId="1076"/>
          <ac:picMkLst>
            <pc:docMk/>
            <pc:sldMk cId="0" sldId="259"/>
            <ac:picMk id="24" creationId="{856B07CF-8C86-4B57-DAF3-B93AF4EDA793}"/>
          </ac:picMkLst>
        </pc:picChg>
      </pc:sldChg>
      <pc:sldChg chg="addSp delSp modSp">
        <pc:chgData name="Guest User" userId="" providerId="Windows Live" clId="Web-{6AA2E050-90BD-55AA-50EC-EC9E07D7A743}" dt="2026-09-14T18:34:52.182" v="35" actId="1076"/>
        <pc:sldMkLst>
          <pc:docMk/>
          <pc:sldMk cId="2997144140" sldId="294"/>
        </pc:sldMkLst>
      </pc:sldChg>
    </pc:docChg>
  </pc:docChgLst>
  <pc:docChgLst>
    <pc:chgData name="Guest User" providerId="Windows Live" clId="Web-{C08F9188-CDC3-5092-EBBF-3CB004F28AC6}"/>
    <pc:docChg chg="modSld">
      <pc:chgData name="Guest User" userId="" providerId="Windows Live" clId="Web-{C08F9188-CDC3-5092-EBBF-3CB004F28AC6}" dt="2026-09-15T18:53:16.658" v="1" actId="14100"/>
      <pc:docMkLst>
        <pc:docMk/>
      </pc:docMkLst>
      <pc:sldChg chg="modSp">
        <pc:chgData name="Guest User" userId="" providerId="Windows Live" clId="Web-{C08F9188-CDC3-5092-EBBF-3CB004F28AC6}" dt="2026-09-15T18:53:16.658" v="1" actId="14100"/>
        <pc:sldMkLst>
          <pc:docMk/>
          <pc:sldMk cId="2997144140" sldId="294"/>
        </pc:sldMkLst>
      </pc:sldChg>
    </pc:docChg>
  </pc:docChgLst>
  <pc:docChgLst>
    <pc:chgData name="Guest User" providerId="Windows Live" clId="Web-{486AB38C-10AC-5459-FC8A-3F35DF34055E}"/>
    <pc:docChg chg="modSld">
      <pc:chgData name="Guest User" userId="" providerId="Windows Live" clId="Web-{486AB38C-10AC-5459-FC8A-3F35DF34055E}" dt="2026-09-14T16:38:06.334" v="2" actId="14100"/>
      <pc:docMkLst>
        <pc:docMk/>
      </pc:docMkLst>
      <pc:sldChg chg="modSp">
        <pc:chgData name="Guest User" userId="" providerId="Windows Live" clId="Web-{486AB38C-10AC-5459-FC8A-3F35DF34055E}" dt="2026-09-14T16:38:06.334" v="2" actId="14100"/>
        <pc:sldMkLst>
          <pc:docMk/>
          <pc:sldMk cId="0" sldId="281"/>
        </pc:sldMkLst>
      </pc:sldChg>
    </pc:docChg>
  </pc:docChgLst>
  <pc:docChgLst>
    <pc:chgData name="Guest User" providerId="Windows Live" clId="Web-{8BA8DD9D-F183-7E2C-6737-98C4B3DDF17D}"/>
    <pc:docChg chg="modSld">
      <pc:chgData name="Guest User" userId="" providerId="Windows Live" clId="Web-{8BA8DD9D-F183-7E2C-6737-98C4B3DDF17D}" dt="2026-09-11T17:25:30.897" v="139" actId="1076"/>
      <pc:docMkLst>
        <pc:docMk/>
      </pc:docMkLst>
      <pc:sldChg chg="addSp delSp">
        <pc:chgData name="Guest User" userId="" providerId="Windows Live" clId="Web-{8BA8DD9D-F183-7E2C-6737-98C4B3DDF17D}" dt="2026-09-11T16:09:20.746" v="41"/>
        <pc:sldMkLst>
          <pc:docMk/>
          <pc:sldMk cId="0" sldId="259"/>
        </pc:sldMkLst>
      </pc:sldChg>
      <pc:sldChg chg="modSp">
        <pc:chgData name="Guest User" userId="" providerId="Windows Live" clId="Web-{8BA8DD9D-F183-7E2C-6737-98C4B3DDF17D}" dt="2026-09-11T16:07:28.586" v="39" actId="20577"/>
        <pc:sldMkLst>
          <pc:docMk/>
          <pc:sldMk cId="0" sldId="291"/>
        </pc:sldMkLst>
        <pc:spChg chg="mod">
          <ac:chgData name="Guest User" userId="" providerId="Windows Live" clId="Web-{8BA8DD9D-F183-7E2C-6737-98C4B3DDF17D}" dt="2026-09-11T16:07:28.586" v="39" actId="20577"/>
          <ac:spMkLst>
            <pc:docMk/>
            <pc:sldMk cId="0" sldId="291"/>
            <ac:spMk id="10" creationId="{00000000-0000-0000-0000-000000000000}"/>
          </ac:spMkLst>
        </pc:spChg>
      </pc:sldChg>
      <pc:sldChg chg="addSp delSp modSp">
        <pc:chgData name="Guest User" userId="" providerId="Windows Live" clId="Web-{8BA8DD9D-F183-7E2C-6737-98C4B3DDF17D}" dt="2026-09-11T17:04:26.190" v="120"/>
        <pc:sldMkLst>
          <pc:docMk/>
          <pc:sldMk cId="2997144140" sldId="294"/>
        </pc:sldMkLst>
      </pc:sldChg>
      <pc:sldChg chg="delSp modSp">
        <pc:chgData name="Guest User" userId="" providerId="Windows Live" clId="Web-{8BA8DD9D-F183-7E2C-6737-98C4B3DDF17D}" dt="2026-09-11T17:25:30.897" v="139" actId="1076"/>
        <pc:sldMkLst>
          <pc:docMk/>
          <pc:sldMk cId="3916788613" sldId="29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2.png"/><Relationship Id="rId7" Type="http://schemas.openxmlformats.org/officeDocument/2006/relationships/image" Target="../media/image9.jpg"/><Relationship Id="rId12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11" Type="http://schemas.openxmlformats.org/officeDocument/2006/relationships/image" Target="../media/image13.jpe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18" Type="http://schemas.openxmlformats.org/officeDocument/2006/relationships/image" Target="../media/image3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19" Type="http://schemas.openxmlformats.org/officeDocument/2006/relationships/image" Target="../media/image35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hyperlink" Target="https://pgportal.gov.in/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hyperlink" Target="psa.gov.in/manthan" TargetMode="External"/><Relationship Id="rId11" Type="http://schemas.openxmlformats.org/officeDocument/2006/relationships/hyperlink" Target="https://www.sciencedirect.com/science/article/pii/S2226585624000037" TargetMode="External"/><Relationship Id="rId5" Type="http://schemas.openxmlformats.org/officeDocument/2006/relationships/hyperlink" Target="https://aim.gov.in/" TargetMode="External"/><Relationship Id="rId10" Type="http://schemas.openxmlformats.org/officeDocument/2006/relationships/hyperlink" Target="https://www.sciencedirect.com/science/article/pii/S0306457320309055" TargetMode="External"/><Relationship Id="rId4" Type="http://schemas.openxmlformats.org/officeDocument/2006/relationships/hyperlink" Target="https://www.mygov.in/" TargetMode="External"/><Relationship Id="rId9" Type="http://schemas.openxmlformats.org/officeDocument/2006/relationships/hyperlink" Target="https://www.mdpi.com/2076-3417/9/20/425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504886"/>
            <a:ext cx="8534400" cy="1752600"/>
          </a:xfrm>
        </p:spPr>
        <p:txBody>
          <a:bodyPr/>
          <a:lstStyle/>
          <a:p>
            <a:endParaRPr lang="en-US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CivicSync</a:t>
            </a:r>
            <a:endParaRPr lang="en-IN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60012" y="-571964"/>
            <a:ext cx="10363200" cy="2076450"/>
          </a:xfrm>
        </p:spPr>
        <p:txBody>
          <a:bodyPr/>
          <a:lstStyle/>
          <a:p>
            <a:r>
              <a:rPr lang="en-US" sz="4000" b="1">
                <a:solidFill>
                  <a:schemeClr val="tx2"/>
                </a:solidFill>
                <a:latin typeface="Garamond" panose="02020404030301010803" pitchFamily="18" charset="0"/>
              </a:rPr>
              <a:t> SMART INDIA HACKATHON 2026</a:t>
            </a:r>
            <a:endParaRPr lang="en-IN" sz="4000" b="1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726" y="1562245"/>
            <a:ext cx="5924550" cy="5240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ID – 26043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Problem Statement Title- </a:t>
            </a:r>
            <a:r>
              <a:rPr lang="en-US">
                <a:latin typeface="Calibri"/>
                <a:ea typeface="ＭＳ Ｐゴシック"/>
                <a:cs typeface="Calibri"/>
              </a:rPr>
              <a:t>A digital platform to crowdsource societal challenges and facilitate collaborative problem solving through universities and industry partnerships</a:t>
            </a:r>
            <a:endParaRPr lang="en-US" sz="2400">
              <a:latin typeface="Calibri"/>
              <a:ea typeface="ＭＳ Ｐゴシック"/>
              <a:cs typeface="Calibri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Theme- Smart Education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PS Category- Software</a:t>
            </a:r>
            <a:endParaRPr lang="en-US" sz="2400" b="1">
              <a:latin typeface="Arial" panose="020B0604020202020204" pitchFamily="34" charset="0"/>
              <a:ea typeface="ＭＳ Ｐゴシック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Arial"/>
                <a:ea typeface="ＭＳ Ｐゴシック"/>
                <a:cs typeface="Arial"/>
              </a:rPr>
              <a:t>Team Name- Mind Mavericks </a:t>
            </a:r>
            <a:endParaRPr lang="en-IN" sz="2400" b="1">
              <a:latin typeface="Arial"/>
              <a:ea typeface="ＭＳ Ｐゴシック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7875" y="20922"/>
            <a:ext cx="2249850" cy="1062337"/>
          </a:xfrm>
          <a:prstGeom prst="rect">
            <a:avLst/>
          </a:prstGeom>
        </p:spPr>
      </p:pic>
      <p:sp>
        <p:nvSpPr>
          <p:cNvPr id="6" name="Oval 5" descr="Your startup LOGO">
            <a:extLst>
              <a:ext uri="{FF2B5EF4-FFF2-40B4-BE49-F238E27FC236}">
                <a16:creationId xmlns:a16="http://schemas.microsoft.com/office/drawing/2014/main" id="{AC4A3EEC-8203-49E8-C580-86FDD5A470B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173" y="149396"/>
            <a:ext cx="1630786" cy="7021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Mind Mavericks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0" y="1500"/>
            <a:ext cx="1971536" cy="930923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DF327CE6-2423-BADF-7105-82B1BDC100B7}"/>
              </a:ext>
            </a:extLst>
          </p:cNvPr>
          <p:cNvSpPr txBox="1"/>
          <p:nvPr/>
        </p:nvSpPr>
        <p:spPr>
          <a:xfrm>
            <a:off x="2348770" y="285688"/>
            <a:ext cx="1572768" cy="430887"/>
          </a:xfrm>
          <a:prstGeom prst="rect">
            <a:avLst/>
          </a:prstGeom>
          <a:ln/>
          <a:effectLst>
            <a:outerShdw blurRad="50800" dist="38100" dir="13500000" algn="br" rotWithShape="0">
              <a:prstClr val="black"/>
            </a:outerShdw>
          </a:effectLst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200" b="1" err="1">
                <a:latin typeface="Arial" panose="020B0604020202020204" pitchFamily="34" charset="0"/>
                <a:cs typeface="Arial" panose="020B0604020202020204" pitchFamily="34" charset="0"/>
              </a:rPr>
              <a:t>CivicSync</a:t>
            </a:r>
            <a:endParaRPr lang="en-US" sz="2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3F9EEFF-A059-9DF6-E07D-EC28393EB893}"/>
              </a:ext>
            </a:extLst>
          </p:cNvPr>
          <p:cNvSpPr txBox="1"/>
          <p:nvPr/>
        </p:nvSpPr>
        <p:spPr>
          <a:xfrm>
            <a:off x="2535846" y="862860"/>
            <a:ext cx="1312067" cy="36933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/>
              <a:t>Problem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1E3F1B8-6B80-E26C-7037-F6809BB49126}"/>
              </a:ext>
            </a:extLst>
          </p:cNvPr>
          <p:cNvSpPr txBox="1"/>
          <p:nvPr/>
        </p:nvSpPr>
        <p:spPr>
          <a:xfrm>
            <a:off x="8106341" y="790834"/>
            <a:ext cx="222240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>
                <a:latin typeface="Arial"/>
                <a:cs typeface="Arial"/>
              </a:rPr>
              <a:t>Proposed</a:t>
            </a:r>
            <a:r>
              <a:rPr lang="en-US" b="1" spc="-30">
                <a:latin typeface="Arial"/>
                <a:cs typeface="Arial"/>
              </a:rPr>
              <a:t> </a:t>
            </a:r>
            <a:r>
              <a:rPr lang="en-US" b="1" spc="-10">
                <a:latin typeface="Arial"/>
                <a:cs typeface="Arial"/>
              </a:rPr>
              <a:t>Solution</a:t>
            </a:r>
            <a:endParaRPr lang="en-US" b="1">
              <a:latin typeface="Arial"/>
              <a:cs typeface="Arial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4AE492-C8FB-D612-8256-4A067A096FC5}"/>
              </a:ext>
            </a:extLst>
          </p:cNvPr>
          <p:cNvSpPr txBox="1"/>
          <p:nvPr/>
        </p:nvSpPr>
        <p:spPr>
          <a:xfrm>
            <a:off x="6300765" y="1271020"/>
            <a:ext cx="5729171" cy="2431435"/>
          </a:xfrm>
          <a:prstGeom prst="rect">
            <a:avLst/>
          </a:prstGeom>
          <a:solidFill>
            <a:srgbClr val="DEFDEB"/>
          </a:solidFill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End-to-End Collaborative Problem Solving</a:t>
            </a:r>
          </a:p>
          <a:p>
            <a:pPr lvl="1"/>
            <a:r>
              <a:rPr lang="en-US" sz="1400" dirty="0" err="1"/>
              <a:t>CivicSync</a:t>
            </a:r>
            <a:r>
              <a:rPr lang="en-US" sz="1400" dirty="0"/>
              <a:t> connects challenges with </a:t>
            </a:r>
            <a:r>
              <a:rPr lang="en-US" sz="1400" b="1" dirty="0"/>
              <a:t>students, researchers, universities &amp; industry</a:t>
            </a:r>
            <a:r>
              <a:rPr lang="en-US" sz="1400" dirty="0"/>
              <a:t> to develop, implement, and </a:t>
            </a:r>
            <a:r>
              <a:rPr lang="en-US" sz="1400" b="1" dirty="0"/>
              <a:t>track real-world impact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Problem → Expertise → Solution → Impact</a:t>
            </a:r>
          </a:p>
          <a:p>
            <a:pPr lvl="1"/>
            <a:endParaRPr lang="en-US" sz="14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</a:rPr>
              <a:t>AI-Powered Challenge Intelligence</a:t>
            </a:r>
          </a:p>
          <a:p>
            <a:pPr lvl="1"/>
            <a:r>
              <a:rPr lang="en-US" sz="1400" dirty="0" err="1"/>
              <a:t>CivicSync</a:t>
            </a:r>
            <a:r>
              <a:rPr lang="en-US" sz="1400" dirty="0"/>
              <a:t> converts citizen reports into </a:t>
            </a:r>
            <a:r>
              <a:rPr lang="en-US" sz="1400" b="1" dirty="0"/>
              <a:t>structured, prioritized challenges</a:t>
            </a:r>
            <a:r>
              <a:rPr lang="en-US" sz="1400" dirty="0"/>
              <a:t>, identifies required expertise, and </a:t>
            </a:r>
            <a:r>
              <a:rPr lang="en-US" sz="1400" b="1" dirty="0"/>
              <a:t>clusters related issues</a:t>
            </a:r>
            <a:r>
              <a:rPr lang="en-US" sz="1400" dirty="0"/>
              <a:t>.</a:t>
            </a:r>
          </a:p>
          <a:p>
            <a:pPr lvl="1"/>
            <a:r>
              <a:rPr lang="en-US" sz="1400" b="1" dirty="0"/>
              <a:t>Understand → Cluster → Prioritize</a:t>
            </a:r>
          </a:p>
          <a:p>
            <a:pPr lvl="1"/>
            <a:endParaRPr lang="en-US" sz="1400" dirty="0"/>
          </a:p>
        </p:txBody>
      </p:sp>
      <p:sp>
        <p:nvSpPr>
          <p:cNvPr id="15363" name="TextBox 15362">
            <a:extLst>
              <a:ext uri="{FF2B5EF4-FFF2-40B4-BE49-F238E27FC236}">
                <a16:creationId xmlns:a16="http://schemas.microsoft.com/office/drawing/2014/main" id="{5E716B7D-A102-11B7-A606-B6C283CB4659}"/>
              </a:ext>
            </a:extLst>
          </p:cNvPr>
          <p:cNvSpPr txBox="1"/>
          <p:nvPr/>
        </p:nvSpPr>
        <p:spPr>
          <a:xfrm>
            <a:off x="4030408" y="216689"/>
            <a:ext cx="6131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" Al-Powered Platform Connecting Societal Problems with the Right Expertise "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25580-E653-D8BC-FB86-8C81838A60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2665" b="20788"/>
          <a:stretch>
            <a:fillRect/>
          </a:stretch>
        </p:blipFill>
        <p:spPr>
          <a:xfrm>
            <a:off x="79611" y="3838018"/>
            <a:ext cx="6791278" cy="2524343"/>
          </a:xfrm>
          <a:prstGeom prst="rect">
            <a:avLst/>
          </a:prstGeom>
        </p:spPr>
      </p:pic>
      <p:sp>
        <p:nvSpPr>
          <p:cNvPr id="2" name="TextBox 57">
            <a:extLst>
              <a:ext uri="{FF2B5EF4-FFF2-40B4-BE49-F238E27FC236}">
                <a16:creationId xmlns:a16="http://schemas.microsoft.com/office/drawing/2014/main" id="{6DDD815B-8296-D033-44CA-35D113E6B899}"/>
              </a:ext>
            </a:extLst>
          </p:cNvPr>
          <p:cNvSpPr txBox="1"/>
          <p:nvPr/>
        </p:nvSpPr>
        <p:spPr>
          <a:xfrm>
            <a:off x="1745013" y="3690040"/>
            <a:ext cx="25973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/>
              <a:t>Innovation &amp; Uniqueness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9DD9F6-608B-1328-6D97-DC03FFD771DA}"/>
              </a:ext>
            </a:extLst>
          </p:cNvPr>
          <p:cNvSpPr/>
          <p:nvPr/>
        </p:nvSpPr>
        <p:spPr>
          <a:xfrm>
            <a:off x="71174" y="1309636"/>
            <a:ext cx="5669212" cy="2339131"/>
          </a:xfrm>
          <a:prstGeom prst="rect">
            <a:avLst/>
          </a:prstGeom>
          <a:solidFill>
            <a:srgbClr val="FEF5D7"/>
          </a:solidFill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617933-D3EF-B64D-4842-BAB5E9BF94AC}"/>
              </a:ext>
            </a:extLst>
          </p:cNvPr>
          <p:cNvSpPr/>
          <p:nvPr/>
        </p:nvSpPr>
        <p:spPr>
          <a:xfrm>
            <a:off x="6275834" y="1309636"/>
            <a:ext cx="5729171" cy="2339131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 descr="Your startup LOGO">
            <a:extLst>
              <a:ext uri="{FF2B5EF4-FFF2-40B4-BE49-F238E27FC236}">
                <a16:creationId xmlns:a16="http://schemas.microsoft.com/office/drawing/2014/main" id="{D28E6948-8255-1762-B1B7-3D971C0D4DA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173" y="149396"/>
            <a:ext cx="1630786" cy="7021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Mind Mavericks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10065C3-C290-CE24-853B-758FF016F077}"/>
              </a:ext>
            </a:extLst>
          </p:cNvPr>
          <p:cNvSpPr txBox="1"/>
          <p:nvPr/>
        </p:nvSpPr>
        <p:spPr>
          <a:xfrm>
            <a:off x="11213" y="1391480"/>
            <a:ext cx="5904955" cy="23647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rgbClr val="C00000"/>
                </a:solidFill>
              </a:rPr>
              <a:t>Problems remain unstructured &amp; fragmented</a:t>
            </a:r>
            <a:br>
              <a:rPr lang="en-US" sz="1300" dirty="0">
                <a:solidFill>
                  <a:srgbClr val="C00000"/>
                </a:solidFill>
              </a:rPr>
            </a:br>
            <a:r>
              <a:rPr lang="en-US" sz="1300" dirty="0"/>
              <a:t>Citizen complaints come from multiple channels, but similar issues are rarely clustered, prioritized, and converted into clear, actionable problems.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rgbClr val="002060"/>
                </a:solidFill>
              </a:rPr>
              <a:t>Expertise remains disconnected</a:t>
            </a:r>
            <a:br>
              <a:rPr lang="en-US" sz="1300" dirty="0"/>
            </a:br>
            <a:r>
              <a:rPr lang="en-US" sz="1300" dirty="0"/>
              <a:t>Universities, faculty, students, researchers, and industry have relevant expertise, but the right problem-solving team is difficult to identify and connect. </a:t>
            </a:r>
          </a:p>
          <a:p>
            <a:pPr marL="171450" lvl="0" indent="-171450"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accent2">
                    <a:lumMod val="50000"/>
                  </a:schemeClr>
                </a:solidFill>
              </a:rPr>
              <a:t>The solution journey is disconnected</a:t>
            </a:r>
            <a:br>
              <a:rPr lang="en-US" sz="1300" dirty="0"/>
            </a:br>
            <a:r>
              <a:rPr lang="en-US" sz="1300" dirty="0"/>
              <a:t>Problem discovery, solution development, implementation, and impact measurement often happen separately — creating a gap from </a:t>
            </a:r>
            <a:r>
              <a:rPr lang="en-US" sz="1300" b="1" dirty="0"/>
              <a:t>Problem → Expertise → Solution → Implementation → Impact</a:t>
            </a:r>
            <a:r>
              <a:rPr lang="en-US" sz="1300" dirty="0"/>
              <a:t>. </a:t>
            </a:r>
          </a:p>
          <a:p>
            <a:pPr marL="12700" marR="692150">
              <a:lnSpc>
                <a:spcPct val="100000"/>
              </a:lnSpc>
              <a:spcBef>
                <a:spcPts val="500"/>
              </a:spcBef>
              <a:tabLst>
                <a:tab pos="298450" algn="l"/>
              </a:tabLst>
            </a:pPr>
            <a:endParaRPr lang="en-US" sz="11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C357602-471B-0A10-153E-48174DA62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9654" y="3756230"/>
            <a:ext cx="2597378" cy="21387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9AE6D2-637D-AA4D-4A76-BAC5EB5F4F01}"/>
              </a:ext>
            </a:extLst>
          </p:cNvPr>
          <p:cNvSpPr txBox="1"/>
          <p:nvPr/>
        </p:nvSpPr>
        <p:spPr>
          <a:xfrm>
            <a:off x="6714399" y="5879520"/>
            <a:ext cx="5462634" cy="461665"/>
          </a:xfrm>
          <a:prstGeom prst="rect">
            <a:avLst/>
          </a:prstGeom>
          <a:solidFill>
            <a:srgbClr val="D8ECFD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50" b="1" dirty="0" err="1">
                <a:solidFill>
                  <a:srgbClr val="FF0000"/>
                </a:solidFill>
                <a:latin typeface="Bahnschrift SemiBold SemiConden" panose="020B0502040204020203" pitchFamily="34" charset="0"/>
                <a:ea typeface="Calibri"/>
                <a:cs typeface="Calibri"/>
              </a:rPr>
              <a:t>CivicSync</a:t>
            </a:r>
            <a:r>
              <a:rPr lang="en-US" sz="1150" b="1" dirty="0">
                <a:latin typeface="Bahnschrift SemiBold SemiConden" panose="020B0502040204020203" pitchFamily="34" charset="0"/>
                <a:ea typeface="Calibri"/>
                <a:cs typeface="Calibri"/>
              </a:rPr>
              <a:t> does not stop at finding a problem or an expert — it creates a traceable path from </a:t>
            </a:r>
          </a:p>
          <a:p>
            <a:pPr algn="ctr"/>
            <a:r>
              <a:rPr lang="en-US" sz="1150" b="1" dirty="0">
                <a:solidFill>
                  <a:srgbClr val="FF0000"/>
                </a:solidFill>
                <a:latin typeface="Bahnschrift SemiBold SemiConden" panose="020B0502040204020203" pitchFamily="34" charset="0"/>
                <a:ea typeface="Calibri"/>
                <a:cs typeface="Calibri"/>
              </a:rPr>
              <a:t>Problem</a:t>
            </a:r>
            <a:r>
              <a:rPr lang="en-US" sz="1150" b="1" dirty="0">
                <a:latin typeface="Bahnschrift SemiBold SemiConden" panose="020B0502040204020203" pitchFamily="34" charset="0"/>
                <a:ea typeface="Calibri"/>
                <a:cs typeface="Calibri"/>
              </a:rPr>
              <a:t> → </a:t>
            </a:r>
            <a:r>
              <a:rPr lang="en-US" sz="1150" b="1" dirty="0">
                <a:solidFill>
                  <a:schemeClr val="accent1"/>
                </a:solidFill>
                <a:latin typeface="Bahnschrift SemiBold SemiConden" panose="020B0502040204020203" pitchFamily="34" charset="0"/>
                <a:ea typeface="Calibri"/>
                <a:cs typeface="Calibri"/>
              </a:rPr>
              <a:t>Solution</a:t>
            </a:r>
            <a:r>
              <a:rPr lang="en-US" sz="1150" b="1" dirty="0">
                <a:latin typeface="Bahnschrift SemiBold SemiConden" panose="020B0502040204020203" pitchFamily="34" charset="0"/>
                <a:ea typeface="Calibri"/>
                <a:cs typeface="Calibri"/>
              </a:rPr>
              <a:t> → </a:t>
            </a:r>
            <a:r>
              <a:rPr lang="en-US" sz="1150" b="1" dirty="0">
                <a:solidFill>
                  <a:schemeClr val="accent5">
                    <a:lumMod val="50000"/>
                  </a:schemeClr>
                </a:solidFill>
                <a:latin typeface="Bahnschrift SemiBold SemiConden" panose="020B0502040204020203" pitchFamily="34" charset="0"/>
                <a:ea typeface="Calibri"/>
                <a:cs typeface="Calibri"/>
              </a:rPr>
              <a:t>Implementation</a:t>
            </a:r>
            <a:r>
              <a:rPr lang="en-US" sz="1150" b="1" dirty="0">
                <a:latin typeface="Bahnschrift SemiBold SemiConden" panose="020B0502040204020203" pitchFamily="34" charset="0"/>
                <a:ea typeface="Calibri"/>
                <a:cs typeface="Calibri"/>
              </a:rPr>
              <a:t> → </a:t>
            </a:r>
            <a:r>
              <a:rPr lang="en-US" sz="1150" b="1" dirty="0">
                <a:solidFill>
                  <a:srgbClr val="00B050"/>
                </a:solidFill>
                <a:latin typeface="Bahnschrift SemiBold SemiConden" panose="020B0502040204020203" pitchFamily="34" charset="0"/>
                <a:ea typeface="Calibri"/>
                <a:cs typeface="Calibri"/>
              </a:rPr>
              <a:t>Verified Impact</a:t>
            </a:r>
            <a:endParaRPr lang="en-US" sz="1150" b="1" dirty="0">
              <a:solidFill>
                <a:srgbClr val="00B050"/>
              </a:solidFill>
              <a:latin typeface="Bahnschrift SemiBold SemiConden" panose="020B0502040204020203" pitchFamily="34" charset="0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7A60E2F-E4AC-48A7-C17A-8A9B9F4661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840" y="3730555"/>
            <a:ext cx="2808814" cy="196433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8576" y="1500"/>
            <a:ext cx="2249850" cy="106233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867F606-B7EA-6371-8C3F-FB32CCF11EB6}"/>
              </a:ext>
            </a:extLst>
          </p:cNvPr>
          <p:cNvSpPr txBox="1"/>
          <p:nvPr/>
        </p:nvSpPr>
        <p:spPr>
          <a:xfrm>
            <a:off x="158313" y="1706420"/>
            <a:ext cx="5135605" cy="286232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marL="285750" indent="-285750">
              <a:buFont typeface="Wingdings,sans-serif" panose="05000000000000000000" pitchFamily="2" charset="2"/>
              <a:buChar char="v"/>
            </a:pPr>
            <a:r>
              <a:rPr lang="en-US">
                <a:latin typeface="Arial MT"/>
                <a:ea typeface="ＭＳ Ｐゴシック"/>
              </a:rPr>
              <a:t> </a:t>
            </a:r>
            <a:r>
              <a:rPr lang="en-US">
                <a:latin typeface="Arial"/>
                <a:ea typeface="ＭＳ Ｐゴシック"/>
                <a:cs typeface="Arial"/>
              </a:rPr>
              <a:t>Frontend: HTML, Tailwind CSS, JavaScript, React.js</a:t>
            </a:r>
            <a:endParaRPr lang="en-US">
              <a:cs typeface="Calibri"/>
            </a:endParaRPr>
          </a:p>
          <a:p>
            <a:pPr marL="285750" indent="-285750">
              <a:buFont typeface="Wingdings,sans-serif" panose="05000000000000000000" pitchFamily="2" charset="2"/>
              <a:buChar char="v"/>
            </a:pPr>
            <a:r>
              <a:rPr lang="en-US">
                <a:latin typeface="Arial"/>
                <a:ea typeface="ＭＳ Ｐゴシック"/>
                <a:cs typeface="Arial"/>
              </a:rPr>
              <a:t>Backend: Node.js, Express.js, REST APIs, </a:t>
            </a:r>
            <a:r>
              <a:rPr lang="en-US" err="1">
                <a:latin typeface="Arial"/>
                <a:ea typeface="ＭＳ Ｐゴシック"/>
                <a:cs typeface="Arial"/>
              </a:rPr>
              <a:t>bcrypt</a:t>
            </a:r>
            <a:r>
              <a:rPr lang="en-US">
                <a:latin typeface="Arial"/>
                <a:ea typeface="ＭＳ Ｐゴシック"/>
                <a:cs typeface="Arial"/>
              </a:rPr>
              <a:t>.</a:t>
            </a:r>
          </a:p>
          <a:p>
            <a:pPr marL="285750" indent="-285750">
              <a:buFont typeface="Wingdings,sans-serif" panose="05000000000000000000" pitchFamily="2" charset="2"/>
              <a:buChar char="v"/>
            </a:pPr>
            <a:r>
              <a:rPr lang="en-US">
                <a:latin typeface="Arial"/>
                <a:ea typeface="ＭＳ Ｐゴシック"/>
                <a:cs typeface="Arial"/>
              </a:rPr>
              <a:t>RBAC(Role Based Access Control)</a:t>
            </a:r>
          </a:p>
          <a:p>
            <a:pPr marL="285750" indent="-285750">
              <a:buFont typeface="Wingdings,sans-serif" panose="05000000000000000000" pitchFamily="2" charset="2"/>
              <a:buChar char="v"/>
            </a:pPr>
            <a:r>
              <a:rPr lang="en-US">
                <a:latin typeface="Arial"/>
                <a:ea typeface="ＭＳ Ｐゴシック"/>
                <a:cs typeface="Arial"/>
              </a:rPr>
              <a:t>Database: PostgreSQL</a:t>
            </a:r>
          </a:p>
          <a:p>
            <a:pPr marL="285750" indent="-285750">
              <a:buFont typeface="Wingdings,sans-serif" panose="05000000000000000000" pitchFamily="2" charset="2"/>
              <a:buChar char="v"/>
            </a:pPr>
            <a:r>
              <a:rPr lang="en-US">
                <a:latin typeface="Arial"/>
                <a:ea typeface="ＭＳ Ｐゴシック"/>
                <a:cs typeface="Arial"/>
              </a:rPr>
              <a:t>Authentication: JWT Authentication</a:t>
            </a:r>
          </a:p>
          <a:p>
            <a:pPr marL="285750" indent="-285750">
              <a:buFont typeface="Wingdings,sans-serif" panose="05000000000000000000" pitchFamily="2" charset="2"/>
              <a:buChar char="v"/>
            </a:pPr>
            <a:r>
              <a:rPr lang="en-US">
                <a:latin typeface="Arial"/>
                <a:ea typeface="ＭＳ Ｐゴシック"/>
                <a:cs typeface="Arial"/>
              </a:rPr>
              <a:t>AI/Intelligence: Python, </a:t>
            </a:r>
            <a:r>
              <a:rPr lang="en-US" err="1">
                <a:latin typeface="Arial"/>
                <a:ea typeface="ＭＳ Ｐゴシック"/>
                <a:cs typeface="Arial"/>
              </a:rPr>
              <a:t>FastAPI</a:t>
            </a:r>
            <a:r>
              <a:rPr lang="en-US">
                <a:latin typeface="Arial"/>
                <a:ea typeface="ＭＳ Ｐゴシック"/>
                <a:cs typeface="Arial"/>
              </a:rPr>
              <a:t>, Rule </a:t>
            </a:r>
          </a:p>
          <a:p>
            <a:r>
              <a:rPr lang="en-US">
                <a:latin typeface="Arial"/>
                <a:ea typeface="ＭＳ Ｐゴシック"/>
                <a:cs typeface="Arial"/>
              </a:rPr>
              <a:t>    based NLP, Pattern Analysis, LLMs,  </a:t>
            </a:r>
          </a:p>
          <a:p>
            <a:r>
              <a:rPr lang="en-US">
                <a:latin typeface="Arial"/>
                <a:ea typeface="ＭＳ Ｐゴシック"/>
                <a:cs typeface="Arial"/>
              </a:rPr>
              <a:t>    Embeddings</a:t>
            </a:r>
            <a:r>
              <a:rPr lang="en-US">
                <a:latin typeface="Arial MT"/>
                <a:ea typeface="ＭＳ Ｐゴシック"/>
              </a:rPr>
              <a:t> </a:t>
            </a:r>
            <a:endParaRPr lang="en-US">
              <a:latin typeface="Arial"/>
              <a:ea typeface="ＭＳ Ｐゴシック"/>
              <a:cs typeface="Arial"/>
            </a:endParaRPr>
          </a:p>
        </p:txBody>
      </p:sp>
      <p:pic>
        <p:nvPicPr>
          <p:cNvPr id="19" name="Picture 18" descr="Rest API - Infoway Technologies">
            <a:extLst>
              <a:ext uri="{FF2B5EF4-FFF2-40B4-BE49-F238E27FC236}">
                <a16:creationId xmlns:a16="http://schemas.microsoft.com/office/drawing/2014/main" id="{F07D79D9-4FAC-655B-9737-5E7696EAB8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379" y="5646464"/>
            <a:ext cx="894953" cy="509249"/>
          </a:xfrm>
          <a:prstGeom prst="rect">
            <a:avLst/>
          </a:prstGeom>
        </p:spPr>
      </p:pic>
      <p:pic>
        <p:nvPicPr>
          <p:cNvPr id="24" name="Picture 23" descr="PostgreSQL - Wikipedia">
            <a:extLst>
              <a:ext uri="{FF2B5EF4-FFF2-40B4-BE49-F238E27FC236}">
                <a16:creationId xmlns:a16="http://schemas.microsoft.com/office/drawing/2014/main" id="{07215D63-BF09-17ED-1516-6C17878806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0185" y="4967669"/>
            <a:ext cx="682519" cy="707395"/>
          </a:xfrm>
          <a:prstGeom prst="rect">
            <a:avLst/>
          </a:prstGeom>
        </p:spPr>
      </p:pic>
      <p:grpSp>
        <p:nvGrpSpPr>
          <p:cNvPr id="32" name="object 20">
            <a:extLst>
              <a:ext uri="{FF2B5EF4-FFF2-40B4-BE49-F238E27FC236}">
                <a16:creationId xmlns:a16="http://schemas.microsoft.com/office/drawing/2014/main" id="{0DFD3979-2646-4CAE-6EE6-EB4358918BB9}"/>
              </a:ext>
            </a:extLst>
          </p:cNvPr>
          <p:cNvGrpSpPr/>
          <p:nvPr/>
        </p:nvGrpSpPr>
        <p:grpSpPr>
          <a:xfrm>
            <a:off x="1254744" y="1209005"/>
            <a:ext cx="2943987" cy="415671"/>
            <a:chOff x="806958" y="1080897"/>
            <a:chExt cx="2943987" cy="415671"/>
          </a:xfrm>
        </p:grpSpPr>
        <p:sp>
          <p:nvSpPr>
            <p:cNvPr id="33" name="object 21">
              <a:extLst>
                <a:ext uri="{FF2B5EF4-FFF2-40B4-BE49-F238E27FC236}">
                  <a16:creationId xmlns:a16="http://schemas.microsoft.com/office/drawing/2014/main" id="{74B5D062-72D3-BDAA-4116-34AF47AA7093}"/>
                </a:ext>
              </a:extLst>
            </p:cNvPr>
            <p:cNvSpPr/>
            <p:nvPr/>
          </p:nvSpPr>
          <p:spPr>
            <a:xfrm>
              <a:off x="806958" y="1149858"/>
              <a:ext cx="2895600" cy="346710"/>
            </a:xfrm>
            <a:custGeom>
              <a:avLst/>
              <a:gdLst/>
              <a:ahLst/>
              <a:cxnLst/>
              <a:rect l="l" t="t" r="r" b="b"/>
              <a:pathLst>
                <a:path w="2895600" h="346709">
                  <a:moveTo>
                    <a:pt x="2837815" y="0"/>
                  </a:moveTo>
                  <a:lnTo>
                    <a:pt x="57785" y="0"/>
                  </a:lnTo>
                  <a:lnTo>
                    <a:pt x="35291" y="4546"/>
                  </a:lnTo>
                  <a:lnTo>
                    <a:pt x="16924" y="16938"/>
                  </a:lnTo>
                  <a:lnTo>
                    <a:pt x="4540" y="35307"/>
                  </a:lnTo>
                  <a:lnTo>
                    <a:pt x="0" y="57785"/>
                  </a:lnTo>
                  <a:lnTo>
                    <a:pt x="0" y="288925"/>
                  </a:lnTo>
                  <a:lnTo>
                    <a:pt x="4540" y="311402"/>
                  </a:lnTo>
                  <a:lnTo>
                    <a:pt x="16924" y="329771"/>
                  </a:lnTo>
                  <a:lnTo>
                    <a:pt x="35291" y="342163"/>
                  </a:lnTo>
                  <a:lnTo>
                    <a:pt x="57785" y="346710"/>
                  </a:lnTo>
                  <a:lnTo>
                    <a:pt x="2837815" y="346710"/>
                  </a:lnTo>
                  <a:lnTo>
                    <a:pt x="2860292" y="342163"/>
                  </a:lnTo>
                  <a:lnTo>
                    <a:pt x="2878661" y="329771"/>
                  </a:lnTo>
                  <a:lnTo>
                    <a:pt x="2891053" y="311402"/>
                  </a:lnTo>
                  <a:lnTo>
                    <a:pt x="2895600" y="288925"/>
                  </a:lnTo>
                  <a:lnTo>
                    <a:pt x="2895600" y="57785"/>
                  </a:lnTo>
                  <a:lnTo>
                    <a:pt x="2891053" y="35307"/>
                  </a:lnTo>
                  <a:lnTo>
                    <a:pt x="2878661" y="16938"/>
                  </a:lnTo>
                  <a:lnTo>
                    <a:pt x="2860292" y="4546"/>
                  </a:lnTo>
                  <a:lnTo>
                    <a:pt x="2837815" y="0"/>
                  </a:lnTo>
                  <a:close/>
                </a:path>
              </a:pathLst>
            </a:custGeom>
            <a:solidFill>
              <a:srgbClr val="404040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22">
              <a:extLst>
                <a:ext uri="{FF2B5EF4-FFF2-40B4-BE49-F238E27FC236}">
                  <a16:creationId xmlns:a16="http://schemas.microsoft.com/office/drawing/2014/main" id="{10500025-D2E0-EE30-5048-946E62CC8461}"/>
                </a:ext>
              </a:extLst>
            </p:cNvPr>
            <p:cNvSpPr/>
            <p:nvPr/>
          </p:nvSpPr>
          <p:spPr>
            <a:xfrm>
              <a:off x="855345" y="1099185"/>
              <a:ext cx="2895600" cy="347980"/>
            </a:xfrm>
            <a:custGeom>
              <a:avLst/>
              <a:gdLst/>
              <a:ahLst/>
              <a:cxnLst/>
              <a:rect l="l" t="t" r="r" b="b"/>
              <a:pathLst>
                <a:path w="2895600" h="347980">
                  <a:moveTo>
                    <a:pt x="2837688" y="0"/>
                  </a:moveTo>
                  <a:lnTo>
                    <a:pt x="57912" y="0"/>
                  </a:lnTo>
                  <a:lnTo>
                    <a:pt x="35372" y="4548"/>
                  </a:lnTo>
                  <a:lnTo>
                    <a:pt x="16964" y="16954"/>
                  </a:lnTo>
                  <a:lnTo>
                    <a:pt x="4551" y="35361"/>
                  </a:lnTo>
                  <a:lnTo>
                    <a:pt x="0" y="57912"/>
                  </a:lnTo>
                  <a:lnTo>
                    <a:pt x="0" y="289560"/>
                  </a:lnTo>
                  <a:lnTo>
                    <a:pt x="4551" y="312110"/>
                  </a:lnTo>
                  <a:lnTo>
                    <a:pt x="16964" y="330517"/>
                  </a:lnTo>
                  <a:lnTo>
                    <a:pt x="35372" y="342923"/>
                  </a:lnTo>
                  <a:lnTo>
                    <a:pt x="57912" y="347472"/>
                  </a:lnTo>
                  <a:lnTo>
                    <a:pt x="2837688" y="347472"/>
                  </a:lnTo>
                  <a:lnTo>
                    <a:pt x="2860238" y="342923"/>
                  </a:lnTo>
                  <a:lnTo>
                    <a:pt x="2878645" y="330517"/>
                  </a:lnTo>
                  <a:lnTo>
                    <a:pt x="2891051" y="312110"/>
                  </a:lnTo>
                  <a:lnTo>
                    <a:pt x="2895600" y="289560"/>
                  </a:lnTo>
                  <a:lnTo>
                    <a:pt x="2895600" y="57912"/>
                  </a:lnTo>
                  <a:lnTo>
                    <a:pt x="2891051" y="35361"/>
                  </a:lnTo>
                  <a:lnTo>
                    <a:pt x="2878645" y="16954"/>
                  </a:lnTo>
                  <a:lnTo>
                    <a:pt x="2860238" y="4548"/>
                  </a:lnTo>
                  <a:lnTo>
                    <a:pt x="2837688" y="0"/>
                  </a:lnTo>
                  <a:close/>
                </a:path>
              </a:pathLst>
            </a:custGeom>
            <a:solidFill>
              <a:srgbClr val="FFFFF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r>
                <a:rPr lang="en-US" b="1">
                  <a:solidFill>
                    <a:srgbClr val="002060"/>
                  </a:solidFill>
                  <a:latin typeface="Arial"/>
                  <a:cs typeface="Arial"/>
                </a:rPr>
                <a:t>   TECHNOLOGY</a:t>
              </a:r>
              <a:r>
                <a:rPr lang="en-US" b="1" spc="434">
                  <a:solidFill>
                    <a:srgbClr val="002060"/>
                  </a:solidFill>
                  <a:latin typeface="Arial"/>
                  <a:cs typeface="Arial"/>
                </a:rPr>
                <a:t> </a:t>
              </a:r>
              <a:r>
                <a:rPr lang="en-US" b="1" spc="-20">
                  <a:solidFill>
                    <a:srgbClr val="002060"/>
                  </a:solidFill>
                  <a:latin typeface="Arial"/>
                  <a:cs typeface="Arial"/>
                </a:rPr>
                <a:t>STACK</a:t>
              </a:r>
              <a:endParaRPr lang="en-US">
                <a:solidFill>
                  <a:srgbClr val="002060"/>
                </a:solidFill>
                <a:latin typeface="Arial"/>
                <a:cs typeface="Arial"/>
              </a:endParaRPr>
            </a:p>
            <a:p>
              <a:endParaRPr>
                <a:solidFill>
                  <a:srgbClr val="002060"/>
                </a:solidFill>
              </a:endParaRPr>
            </a:p>
          </p:txBody>
        </p:sp>
        <p:sp>
          <p:nvSpPr>
            <p:cNvPr id="35" name="object 23">
              <a:extLst>
                <a:ext uri="{FF2B5EF4-FFF2-40B4-BE49-F238E27FC236}">
                  <a16:creationId xmlns:a16="http://schemas.microsoft.com/office/drawing/2014/main" id="{F16C622B-2104-9C91-95D8-04A5209942CE}"/>
                </a:ext>
              </a:extLst>
            </p:cNvPr>
            <p:cNvSpPr/>
            <p:nvPr/>
          </p:nvSpPr>
          <p:spPr>
            <a:xfrm>
              <a:off x="855345" y="1080897"/>
              <a:ext cx="2895600" cy="347980"/>
            </a:xfrm>
            <a:custGeom>
              <a:avLst/>
              <a:gdLst/>
              <a:ahLst/>
              <a:cxnLst/>
              <a:rect l="l" t="t" r="r" b="b"/>
              <a:pathLst>
                <a:path w="2895600" h="347980">
                  <a:moveTo>
                    <a:pt x="0" y="57912"/>
                  </a:moveTo>
                  <a:lnTo>
                    <a:pt x="4551" y="35361"/>
                  </a:lnTo>
                  <a:lnTo>
                    <a:pt x="16964" y="16954"/>
                  </a:lnTo>
                  <a:lnTo>
                    <a:pt x="35372" y="4548"/>
                  </a:lnTo>
                  <a:lnTo>
                    <a:pt x="57912" y="0"/>
                  </a:lnTo>
                  <a:lnTo>
                    <a:pt x="2837688" y="0"/>
                  </a:lnTo>
                  <a:lnTo>
                    <a:pt x="2860238" y="4548"/>
                  </a:lnTo>
                  <a:lnTo>
                    <a:pt x="2878645" y="16954"/>
                  </a:lnTo>
                  <a:lnTo>
                    <a:pt x="2891051" y="35361"/>
                  </a:lnTo>
                  <a:lnTo>
                    <a:pt x="2895600" y="57912"/>
                  </a:lnTo>
                  <a:lnTo>
                    <a:pt x="2895600" y="289560"/>
                  </a:lnTo>
                  <a:lnTo>
                    <a:pt x="2891051" y="312110"/>
                  </a:lnTo>
                  <a:lnTo>
                    <a:pt x="2878645" y="330517"/>
                  </a:lnTo>
                  <a:lnTo>
                    <a:pt x="2860238" y="342923"/>
                  </a:lnTo>
                  <a:lnTo>
                    <a:pt x="2837688" y="347472"/>
                  </a:lnTo>
                  <a:lnTo>
                    <a:pt x="57912" y="347472"/>
                  </a:lnTo>
                  <a:lnTo>
                    <a:pt x="35372" y="342923"/>
                  </a:lnTo>
                  <a:lnTo>
                    <a:pt x="16964" y="330517"/>
                  </a:lnTo>
                  <a:lnTo>
                    <a:pt x="4551" y="312110"/>
                  </a:lnTo>
                  <a:lnTo>
                    <a:pt x="0" y="289560"/>
                  </a:lnTo>
                  <a:lnTo>
                    <a:pt x="0" y="57912"/>
                  </a:lnTo>
                  <a:close/>
                </a:path>
              </a:pathLst>
            </a:custGeom>
            <a:ln w="25146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38" name="object 27">
            <a:extLst>
              <a:ext uri="{FF2B5EF4-FFF2-40B4-BE49-F238E27FC236}">
                <a16:creationId xmlns:a16="http://schemas.microsoft.com/office/drawing/2014/main" id="{1F435096-63DF-595A-E005-1F92C05E983D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770442" y="5026385"/>
            <a:ext cx="1790700" cy="675894"/>
          </a:xfrm>
          <a:prstGeom prst="rect">
            <a:avLst/>
          </a:prstGeom>
        </p:spPr>
      </p:pic>
      <p:pic>
        <p:nvPicPr>
          <p:cNvPr id="40" name="object 40">
            <a:extLst>
              <a:ext uri="{FF2B5EF4-FFF2-40B4-BE49-F238E27FC236}">
                <a16:creationId xmlns:a16="http://schemas.microsoft.com/office/drawing/2014/main" id="{286E92F3-AFE6-E207-45AC-0BA3ED3F9B9F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7697" y="5083578"/>
            <a:ext cx="1075944" cy="390906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587FF93A-579F-461C-6F4B-CDC7F1FB8BBC}"/>
              </a:ext>
            </a:extLst>
          </p:cNvPr>
          <p:cNvSpPr txBox="1"/>
          <p:nvPr/>
        </p:nvSpPr>
        <p:spPr>
          <a:xfrm>
            <a:off x="8230592" y="1245046"/>
            <a:ext cx="2414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600" b="1" spc="-20">
                <a:latin typeface="Calibri"/>
                <a:cs typeface="Calibri"/>
              </a:rPr>
              <a:t> </a:t>
            </a:r>
            <a:endParaRPr lang="en-US" sz="1600">
              <a:latin typeface="Calibri"/>
              <a:cs typeface="Calibri"/>
            </a:endParaRPr>
          </a:p>
        </p:txBody>
      </p:sp>
      <p:pic>
        <p:nvPicPr>
          <p:cNvPr id="17570" name="Picture 17569">
            <a:extLst>
              <a:ext uri="{FF2B5EF4-FFF2-40B4-BE49-F238E27FC236}">
                <a16:creationId xmlns:a16="http://schemas.microsoft.com/office/drawing/2014/main" id="{771482D5-7C79-D4BA-8CE2-A27533FD2E4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2517" y="1008299"/>
            <a:ext cx="7075472" cy="5345667"/>
          </a:xfrm>
          <a:prstGeom prst="rect">
            <a:avLst/>
          </a:prstGeom>
        </p:spPr>
      </p:pic>
      <p:pic>
        <p:nvPicPr>
          <p:cNvPr id="2" name="Picture 1" descr="Python (programming language) - Wikipedia">
            <a:extLst>
              <a:ext uri="{FF2B5EF4-FFF2-40B4-BE49-F238E27FC236}">
                <a16:creationId xmlns:a16="http://schemas.microsoft.com/office/drawing/2014/main" id="{5BAE8F48-582A-CD71-F787-68348DFC281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r="2632"/>
          <a:stretch>
            <a:fillRect/>
          </a:stretch>
        </p:blipFill>
        <p:spPr>
          <a:xfrm>
            <a:off x="5076043" y="5728150"/>
            <a:ext cx="435895" cy="428625"/>
          </a:xfrm>
          <a:prstGeom prst="rect">
            <a:avLst/>
          </a:prstGeom>
        </p:spPr>
      </p:pic>
      <p:pic>
        <p:nvPicPr>
          <p:cNvPr id="4" name="Picture 3" descr="What is React JS How it work &amp; Why to Choose React JS? - Britwise Technologies Pvt. Ltd.">
            <a:extLst>
              <a:ext uri="{FF2B5EF4-FFF2-40B4-BE49-F238E27FC236}">
                <a16:creationId xmlns:a16="http://schemas.microsoft.com/office/drawing/2014/main" id="{F277DC51-44EE-5571-BEE3-6A9BF1EE698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-800"/>
          <a:stretch>
            <a:fillRect/>
          </a:stretch>
        </p:blipFill>
        <p:spPr>
          <a:xfrm>
            <a:off x="4801595" y="4968496"/>
            <a:ext cx="1440180" cy="628650"/>
          </a:xfrm>
          <a:prstGeom prst="rect">
            <a:avLst/>
          </a:prstGeom>
        </p:spPr>
      </p:pic>
      <p:pic>
        <p:nvPicPr>
          <p:cNvPr id="5" name="Picture 4" descr="👨🏼‍💻FastAPI | Review with a fast simple example | by Nabi Güzel | Huawei Developers | Medium">
            <a:extLst>
              <a:ext uri="{FF2B5EF4-FFF2-40B4-BE49-F238E27FC236}">
                <a16:creationId xmlns:a16="http://schemas.microsoft.com/office/drawing/2014/main" id="{E593357C-D7F8-3AA3-3199-BFB9CE9F105C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235018" y="5724170"/>
            <a:ext cx="1400175" cy="5048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074AB64-BC85-5CE4-49F2-D8C25B5200A8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1124"/>
          <a:stretch>
            <a:fillRect/>
          </a:stretch>
        </p:blipFill>
        <p:spPr>
          <a:xfrm>
            <a:off x="1771650" y="5906708"/>
            <a:ext cx="1074007" cy="287598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EE7A6556-BCF2-1F89-1AE6-E3E0E600BB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173" y="149396"/>
            <a:ext cx="1630786" cy="7021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Mind Mavericks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ooter Placeholder 6">
            <a:extLst>
              <a:ext uri="{FF2B5EF4-FFF2-40B4-BE49-F238E27FC236}">
                <a16:creationId xmlns:a16="http://schemas.microsoft.com/office/drawing/2014/main" id="{7A9597C3-4ACB-B7F6-4229-F45E8B905C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4238" y="6403975"/>
            <a:ext cx="3111500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>
            <a:spAutoFit/>
          </a:bodyPr>
          <a:lstStyle/>
          <a:p>
            <a:pPr algn="ctr" eaLnBrk="1"/>
            <a:r>
              <a:rPr lang="en-US" altLang="en-US"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rPr>
              <a:t>@SIH Idea submission- Template</a:t>
            </a:r>
          </a:p>
        </p:txBody>
      </p:sp>
      <p:sp>
        <p:nvSpPr>
          <p:cNvPr id="6147" name="Rectangle 9">
            <a:extLst>
              <a:ext uri="{FF2B5EF4-FFF2-40B4-BE49-F238E27FC236}">
                <a16:creationId xmlns:a16="http://schemas.microsoft.com/office/drawing/2014/main" id="{AA7EFD51-E548-4238-CBC3-D2B93F14D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3"/>
            <a:ext cx="12192000" cy="50323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98"/>
              </a:srgbClr>
            </a:outerShdw>
          </a:effectLst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9" rIns="45719" anchor="ctr"/>
          <a:lstStyle/>
          <a:p>
            <a:pPr algn="ctr" eaLnBrk="1"/>
            <a:endParaRPr lang="en-US" altLang="en-US">
              <a:solidFill>
                <a:srgbClr val="953735"/>
              </a:solidFill>
            </a:endParaRPr>
          </a:p>
        </p:txBody>
      </p:sp>
      <p:sp>
        <p:nvSpPr>
          <p:cNvPr id="6148" name="Title 1">
            <a:extLst>
              <a:ext uri="{FF2B5EF4-FFF2-40B4-BE49-F238E27FC236}">
                <a16:creationId xmlns:a16="http://schemas.microsoft.com/office/drawing/2014/main" id="{D9E6B20C-547A-F0FB-0D56-EEDB848BBC7F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>
          <a:xfrm>
            <a:off x="568960" y="-169545"/>
            <a:ext cx="109728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149" name="Slide Number Placeholder 5">
            <a:extLst>
              <a:ext uri="{FF2B5EF4-FFF2-40B4-BE49-F238E27FC236}">
                <a16:creationId xmlns:a16="http://schemas.microsoft.com/office/drawing/2014/main" id="{63C2F3A0-2070-28F0-3766-E962E5AD90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393488" y="6403975"/>
            <a:ext cx="188912" cy="269875"/>
          </a:xfrm>
          <a:noFill/>
        </p:spPr>
        <p:txBody>
          <a:bodyPr/>
          <a:lstStyle/>
          <a:p>
            <a:fld id="{05099D6B-7866-4E4D-93AB-28DDF4D035B8}" type="slidenum">
              <a:rPr lang="en-US" altLang="en-US" b="1">
                <a:solidFill>
                  <a:srgbClr val="FFFFFF"/>
                </a:solidFill>
              </a:rPr>
              <a:pPr/>
              <a:t>4</a:t>
            </a:fld>
            <a:endParaRPr lang="en-US" altLang="en-US" b="1">
              <a:solidFill>
                <a:srgbClr val="FFFFFF"/>
              </a:solidFill>
            </a:endParaRPr>
          </a:p>
        </p:txBody>
      </p:sp>
      <p:pic>
        <p:nvPicPr>
          <p:cNvPr id="6150" name="Picture 10" descr="Picture 10">
            <a:extLst>
              <a:ext uri="{FF2B5EF4-FFF2-40B4-BE49-F238E27FC236}">
                <a16:creationId xmlns:a16="http://schemas.microsoft.com/office/drawing/2014/main" id="{854C6DB4-41E1-FBA8-ADC5-6D40E7D6D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07040" y="6135"/>
            <a:ext cx="1475262" cy="696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4" name="Oval 3" descr="Your startup LOGO">
            <a:extLst>
              <a:ext uri="{FF2B5EF4-FFF2-40B4-BE49-F238E27FC236}">
                <a16:creationId xmlns:a16="http://schemas.microsoft.com/office/drawing/2014/main" id="{E7E50A48-1131-B094-FDFB-7EE0223558E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173" y="57956"/>
            <a:ext cx="1630786" cy="7021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Mind Mavericks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D71BE4-6CF8-9431-6496-A0B107E07E16}"/>
              </a:ext>
            </a:extLst>
          </p:cNvPr>
          <p:cNvSpPr/>
          <p:nvPr/>
        </p:nvSpPr>
        <p:spPr>
          <a:xfrm>
            <a:off x="4181559" y="1068172"/>
            <a:ext cx="3755441" cy="1347793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endParaRPr lang="en-US" sz="1400" b="1">
              <a:solidFill>
                <a:srgbClr val="3A3A3A"/>
              </a:solidFill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Modular stack: React + Node.js + </a:t>
            </a:r>
            <a:r>
              <a:rPr lang="en-US" sz="1400" b="1" err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 + PostgreSQL — UI, workflow, DB, and AI cleanly separated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MVP-ready AI: rule-based NLP + pattern matching — no GPU or massive datasets needed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5C108AD-61AB-DD90-8FC2-8C0B667D1566}"/>
              </a:ext>
            </a:extLst>
          </p:cNvPr>
          <p:cNvSpPr/>
          <p:nvPr/>
        </p:nvSpPr>
        <p:spPr>
          <a:xfrm>
            <a:off x="8228465" y="1053857"/>
            <a:ext cx="3914664" cy="1359166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endParaRPr lang="en-US" sz="1400" b="1">
              <a:solidFill>
                <a:srgbClr val="3A3A3A"/>
              </a:solidFill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Cold-start ready: bootstrapped with curated capability profiles for institutions, experts, startups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Built for growth: structured schema, ready for future vector/LLM integration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D19CF2-B7AD-EC34-7FBE-EAD6BEC953A7}"/>
              </a:ext>
            </a:extLst>
          </p:cNvPr>
          <p:cNvSpPr/>
          <p:nvPr/>
        </p:nvSpPr>
        <p:spPr>
          <a:xfrm>
            <a:off x="4175059" y="2852040"/>
            <a:ext cx="3766814" cy="1373348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endParaRPr lang="en-US" sz="1400" b="1">
              <a:solidFill>
                <a:srgbClr val="3A3A3A"/>
              </a:solidFill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Human-in-the-loop: AI classifies &amp; ranks; authorities validate before action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Multi-role RBAC: tailored dashboards for Citizens, Students, Universities, MSMEs, Govt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algn="ctr"/>
            <a:endParaRPr lang="en-US" sz="1200" b="1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B1BD88D-1DB2-B119-33F1-D3E553127DB2}"/>
              </a:ext>
            </a:extLst>
          </p:cNvPr>
          <p:cNvSpPr/>
          <p:nvPr/>
        </p:nvSpPr>
        <p:spPr>
          <a:xfrm>
            <a:off x="8330317" y="2856283"/>
            <a:ext cx="3704529" cy="1373348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endParaRPr lang="en-US" sz="1400" b="1">
              <a:solidFill>
                <a:srgbClr val="3A3A3A"/>
              </a:solidFill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Phased rollout: District → State → National deployment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marL="177800" indent="-177800">
              <a:lnSpc>
                <a:spcPts val="1300"/>
              </a:lnSpc>
              <a:spcAft>
                <a:spcPts val="600"/>
              </a:spcAft>
              <a:buSzPct val="100000"/>
              <a:buChar char="▪"/>
            </a:pPr>
            <a:r>
              <a:rPr lang="en-US" sz="1400" b="1">
                <a:solidFill>
                  <a:srgbClr val="3A3A3A"/>
                </a:solidFill>
                <a:latin typeface="Calibri"/>
                <a:ea typeface="Calibri"/>
                <a:cs typeface="Calibri"/>
              </a:rPr>
              <a:t>Plug-and-play growth: new civic domains, AI models, GIS layers, and external registries</a:t>
            </a:r>
            <a:endParaRPr lang="en-US" sz="1400" b="1">
              <a:latin typeface="Calibri"/>
              <a:ea typeface="Calibri"/>
              <a:cs typeface="Calibri"/>
            </a:endParaRPr>
          </a:p>
          <a:p>
            <a:pPr algn="ctr"/>
            <a:endParaRPr lang="en-US" sz="1200" b="1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56B07CF-8C86-4B57-DAF3-B93AF4EDA7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2" y="961818"/>
            <a:ext cx="4156660" cy="39824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6AA267D-94C9-585B-7CD4-4C4C5BD507EA}"/>
              </a:ext>
            </a:extLst>
          </p:cNvPr>
          <p:cNvSpPr txBox="1"/>
          <p:nvPr/>
        </p:nvSpPr>
        <p:spPr>
          <a:xfrm>
            <a:off x="1393177" y="660303"/>
            <a:ext cx="178182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>
                <a:latin typeface="Arial Black"/>
                <a:ea typeface="ＭＳ Ｐゴシック"/>
                <a:cs typeface="Calibri"/>
              </a:rPr>
              <a:t>FEATURES</a:t>
            </a:r>
            <a:endParaRPr lang="en-US" b="1">
              <a:latin typeface="Arial Black"/>
              <a:cs typeface="Calibri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A9B3B59-3E58-7066-A596-8125E0D9E2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1800" y="628724"/>
            <a:ext cx="2373332" cy="42722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CC260600-E8BF-D625-1967-ECBF98B14506}"/>
              </a:ext>
            </a:extLst>
          </p:cNvPr>
          <p:cNvSpPr txBox="1"/>
          <p:nvPr/>
        </p:nvSpPr>
        <p:spPr>
          <a:xfrm>
            <a:off x="9395456" y="752082"/>
            <a:ext cx="1646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>
                <a:solidFill>
                  <a:srgbClr val="002060"/>
                </a:solidFill>
              </a:rPr>
              <a:t>Data Feasibility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A5A65D96-6F7F-A6FD-3DBE-71510FA09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559" y="592949"/>
            <a:ext cx="624841" cy="416561"/>
          </a:xfrm>
          <a:prstGeom prst="rect">
            <a:avLst/>
          </a:prstGeom>
        </p:spPr>
      </p:pic>
      <p:sp>
        <p:nvSpPr>
          <p:cNvPr id="43" name="Shape 29">
            <a:extLst>
              <a:ext uri="{FF2B5EF4-FFF2-40B4-BE49-F238E27FC236}">
                <a16:creationId xmlns:a16="http://schemas.microsoft.com/office/drawing/2014/main" id="{07E439A4-AF3F-D629-50E6-7F1E435C0A69}"/>
              </a:ext>
            </a:extLst>
          </p:cNvPr>
          <p:cNvSpPr/>
          <p:nvPr/>
        </p:nvSpPr>
        <p:spPr>
          <a:xfrm>
            <a:off x="0" y="4943588"/>
            <a:ext cx="12192000" cy="1411175"/>
          </a:xfrm>
          <a:prstGeom prst="roundRect">
            <a:avLst>
              <a:gd name="adj" fmla="val 5000"/>
            </a:avLst>
          </a:prstGeom>
          <a:solidFill>
            <a:srgbClr val="141B47"/>
          </a:solidFill>
          <a:ln/>
        </p:spPr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A8FEA431-28E4-A6F6-6BA6-F42B1921A073}"/>
              </a:ext>
            </a:extLst>
          </p:cNvPr>
          <p:cNvSpPr txBox="1"/>
          <p:nvPr/>
        </p:nvSpPr>
        <p:spPr>
          <a:xfrm>
            <a:off x="660400" y="5122300"/>
            <a:ext cx="107330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 FORMULA   </a:t>
            </a:r>
            <a:r>
              <a:rPr lang="en-US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Buildable Now  →  Low-Cost MVP  →  Human-Controlled  →  Modular Ecosystem  →  Scalable Architecture</a:t>
            </a:r>
            <a:endParaRPr lang="en-US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AF1F3BB6-EA26-5FA4-DF2F-4806D11C6DEE}"/>
              </a:ext>
            </a:extLst>
          </p:cNvPr>
          <p:cNvSpPr txBox="1"/>
          <p:nvPr/>
        </p:nvSpPr>
        <p:spPr>
          <a:xfrm>
            <a:off x="660400" y="5756260"/>
            <a:ext cx="10733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40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   </a:t>
            </a:r>
            <a:r>
              <a:rPr lang="en-US" sz="1400" i="1">
                <a:solidFill>
                  <a:srgbClr val="EAF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demonstrates rule-based AI with curated capability profiles — semantic vector search, fine-tuned LLMs, and real-time civic-portal API integration are scoped as Phase 2 extensions.</a:t>
            </a:r>
            <a:endParaRPr lang="en-US" sz="14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7322C8-A54F-B9E9-07E4-428B4FE738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0657" y="2530376"/>
            <a:ext cx="2748201" cy="255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AFD92F-F22E-522B-CBB2-36407DDF0D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5" y="2533649"/>
            <a:ext cx="3359944" cy="254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DA6F9707-91EF-5DB5-3CDC-5D50A3D2BF41}"/>
              </a:ext>
            </a:extLst>
          </p:cNvPr>
          <p:cNvSpPr/>
          <p:nvPr/>
        </p:nvSpPr>
        <p:spPr>
          <a:xfrm>
            <a:off x="9375942" y="4904462"/>
            <a:ext cx="2620539" cy="1505425"/>
          </a:xfrm>
          <a:prstGeom prst="flowChartAlternateProcess">
            <a:avLst/>
          </a:prstGeom>
          <a:solidFill>
            <a:srgbClr val="DEFD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lowchart: Alternate Process 12">
            <a:extLst>
              <a:ext uri="{FF2B5EF4-FFF2-40B4-BE49-F238E27FC236}">
                <a16:creationId xmlns:a16="http://schemas.microsoft.com/office/drawing/2014/main" id="{07BF12D6-57B7-DC95-C5AA-93AAA29E6A9A}"/>
              </a:ext>
            </a:extLst>
          </p:cNvPr>
          <p:cNvSpPr/>
          <p:nvPr/>
        </p:nvSpPr>
        <p:spPr>
          <a:xfrm>
            <a:off x="6360465" y="4929531"/>
            <a:ext cx="2620539" cy="1505425"/>
          </a:xfrm>
          <a:prstGeom prst="flowChartAlternateProcess">
            <a:avLst/>
          </a:prstGeom>
          <a:solidFill>
            <a:srgbClr val="DEFD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D52F01F7-8FF3-388D-7C11-1F0859857ED3}"/>
              </a:ext>
            </a:extLst>
          </p:cNvPr>
          <p:cNvSpPr/>
          <p:nvPr/>
        </p:nvSpPr>
        <p:spPr>
          <a:xfrm>
            <a:off x="260747" y="4872814"/>
            <a:ext cx="2620539" cy="1505425"/>
          </a:xfrm>
          <a:prstGeom prst="flowChartAlternateProcess">
            <a:avLst/>
          </a:prstGeom>
          <a:solidFill>
            <a:srgbClr val="DEFD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0" y="6446202"/>
            <a:ext cx="12161519" cy="41179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97694" y="-160561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743" y="-66206"/>
            <a:ext cx="2249850" cy="943275"/>
          </a:xfrm>
          <a:prstGeom prst="rect">
            <a:avLst/>
          </a:prstGeom>
        </p:spPr>
      </p:pic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031BA117-D37C-E31C-7E66-45413BAA8BC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1173" y="-5385"/>
            <a:ext cx="1630786" cy="7021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Mind Mavericks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C2FFE457-79A7-19A1-4C38-E4BA0408D4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399" r="32212" b="28660"/>
          <a:stretch>
            <a:fillRect/>
          </a:stretch>
        </p:blipFill>
        <p:spPr>
          <a:xfrm>
            <a:off x="-316" y="2136426"/>
            <a:ext cx="4767040" cy="2448913"/>
          </a:xfrm>
          <a:prstGeom prst="rect">
            <a:avLst/>
          </a:prstGeom>
        </p:spPr>
      </p:pic>
      <p:sp>
        <p:nvSpPr>
          <p:cNvPr id="39" name="Flowchart: Alternate Process 38">
            <a:extLst>
              <a:ext uri="{FF2B5EF4-FFF2-40B4-BE49-F238E27FC236}">
                <a16:creationId xmlns:a16="http://schemas.microsoft.com/office/drawing/2014/main" id="{A5FCADD8-A88B-2A01-4EEF-286890B2A87B}"/>
              </a:ext>
            </a:extLst>
          </p:cNvPr>
          <p:cNvSpPr/>
          <p:nvPr/>
        </p:nvSpPr>
        <p:spPr>
          <a:xfrm>
            <a:off x="213688" y="720809"/>
            <a:ext cx="1635760" cy="1445239"/>
          </a:xfrm>
          <a:prstGeom prst="flowChartAlternateProcess">
            <a:avLst/>
          </a:prstGeom>
          <a:solidFill>
            <a:srgbClr val="EBF8EF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Flowchart: Alternate Process 40">
            <a:extLst>
              <a:ext uri="{FF2B5EF4-FFF2-40B4-BE49-F238E27FC236}">
                <a16:creationId xmlns:a16="http://schemas.microsoft.com/office/drawing/2014/main" id="{CD2A3B95-B3B5-B2E7-34AA-A679B4109198}"/>
              </a:ext>
            </a:extLst>
          </p:cNvPr>
          <p:cNvSpPr/>
          <p:nvPr/>
        </p:nvSpPr>
        <p:spPr>
          <a:xfrm>
            <a:off x="2109502" y="696996"/>
            <a:ext cx="1371600" cy="1435079"/>
          </a:xfrm>
          <a:prstGeom prst="flowChartAlternateProcess">
            <a:avLst/>
          </a:prstGeom>
          <a:ln>
            <a:solidFill>
              <a:srgbClr val="E9F6FF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F574D90D-52E0-318A-053C-BB6891C3B67F}"/>
              </a:ext>
            </a:extLst>
          </p:cNvPr>
          <p:cNvSpPr/>
          <p:nvPr/>
        </p:nvSpPr>
        <p:spPr>
          <a:xfrm>
            <a:off x="1825636" y="1338453"/>
            <a:ext cx="283866" cy="164592"/>
          </a:xfrm>
          <a:prstGeom prst="rightArrow">
            <a:avLst/>
          </a:prstGeom>
          <a:ln w="3175"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46" name="Flowchart: Alternate Process 45">
            <a:extLst>
              <a:ext uri="{FF2B5EF4-FFF2-40B4-BE49-F238E27FC236}">
                <a16:creationId xmlns:a16="http://schemas.microsoft.com/office/drawing/2014/main" id="{64E7CE9E-0782-E506-1CA8-87157903AAFC}"/>
              </a:ext>
            </a:extLst>
          </p:cNvPr>
          <p:cNvSpPr/>
          <p:nvPr/>
        </p:nvSpPr>
        <p:spPr>
          <a:xfrm>
            <a:off x="3776874" y="692560"/>
            <a:ext cx="1371600" cy="1435079"/>
          </a:xfrm>
          <a:prstGeom prst="flowChartAlternateProcess">
            <a:avLst/>
          </a:prstGeom>
          <a:solidFill>
            <a:srgbClr val="FEF5D8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Alternate Process 47">
            <a:extLst>
              <a:ext uri="{FF2B5EF4-FFF2-40B4-BE49-F238E27FC236}">
                <a16:creationId xmlns:a16="http://schemas.microsoft.com/office/drawing/2014/main" id="{A9C7C259-8853-14C6-B92C-1D3D64EAEA89}"/>
              </a:ext>
            </a:extLst>
          </p:cNvPr>
          <p:cNvSpPr/>
          <p:nvPr/>
        </p:nvSpPr>
        <p:spPr>
          <a:xfrm>
            <a:off x="5396621" y="692560"/>
            <a:ext cx="1371600" cy="1435079"/>
          </a:xfrm>
          <a:prstGeom prst="flowChartAlternateProcess">
            <a:avLst/>
          </a:prstGeom>
          <a:solidFill>
            <a:srgbClr val="F1E9FE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Arrow: Right 49">
            <a:extLst>
              <a:ext uri="{FF2B5EF4-FFF2-40B4-BE49-F238E27FC236}">
                <a16:creationId xmlns:a16="http://schemas.microsoft.com/office/drawing/2014/main" id="{0F5189F1-8E86-88D0-5E07-583A665BD075}"/>
              </a:ext>
            </a:extLst>
          </p:cNvPr>
          <p:cNvSpPr/>
          <p:nvPr/>
        </p:nvSpPr>
        <p:spPr>
          <a:xfrm>
            <a:off x="3516820" y="1311034"/>
            <a:ext cx="283866" cy="164592"/>
          </a:xfrm>
          <a:prstGeom prst="rightArrow">
            <a:avLst/>
          </a:prstGeom>
          <a:ln w="3175"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E3DD2ADC-C210-E456-5AF5-0816A0DE41C8}"/>
              </a:ext>
            </a:extLst>
          </p:cNvPr>
          <p:cNvSpPr/>
          <p:nvPr/>
        </p:nvSpPr>
        <p:spPr>
          <a:xfrm>
            <a:off x="5112755" y="1356054"/>
            <a:ext cx="283866" cy="164592"/>
          </a:xfrm>
          <a:prstGeom prst="rightArrow">
            <a:avLst/>
          </a:prstGeom>
          <a:ln w="3175"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Flowchart: Alternate Process 53">
            <a:extLst>
              <a:ext uri="{FF2B5EF4-FFF2-40B4-BE49-F238E27FC236}">
                <a16:creationId xmlns:a16="http://schemas.microsoft.com/office/drawing/2014/main" id="{3ED949EB-19DE-007E-E7C2-1B2ED5C887A6}"/>
              </a:ext>
            </a:extLst>
          </p:cNvPr>
          <p:cNvSpPr/>
          <p:nvPr/>
        </p:nvSpPr>
        <p:spPr>
          <a:xfrm>
            <a:off x="7040181" y="702161"/>
            <a:ext cx="1371600" cy="1435079"/>
          </a:xfrm>
          <a:prstGeom prst="flowChartAlternateProcess">
            <a:avLst/>
          </a:prstGeom>
          <a:solidFill>
            <a:srgbClr val="E4F9EF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1AC0389B-DF14-CF06-8C0D-3DE08E24ECB4}"/>
              </a:ext>
            </a:extLst>
          </p:cNvPr>
          <p:cNvSpPr/>
          <p:nvPr/>
        </p:nvSpPr>
        <p:spPr>
          <a:xfrm>
            <a:off x="6768221" y="1390096"/>
            <a:ext cx="283866" cy="164592"/>
          </a:xfrm>
          <a:prstGeom prst="rightArrow">
            <a:avLst/>
          </a:prstGeom>
          <a:ln w="3175"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Flowchart: Alternate Process 57">
            <a:extLst>
              <a:ext uri="{FF2B5EF4-FFF2-40B4-BE49-F238E27FC236}">
                <a16:creationId xmlns:a16="http://schemas.microsoft.com/office/drawing/2014/main" id="{9B981B8B-42FD-108C-CF66-A36A0268D389}"/>
              </a:ext>
            </a:extLst>
          </p:cNvPr>
          <p:cNvSpPr/>
          <p:nvPr/>
        </p:nvSpPr>
        <p:spPr>
          <a:xfrm>
            <a:off x="8726107" y="714067"/>
            <a:ext cx="1371600" cy="1435079"/>
          </a:xfrm>
          <a:prstGeom prst="flowChartAlternateProcess">
            <a:avLst/>
          </a:prstGeom>
          <a:solidFill>
            <a:srgbClr val="FFECF0"/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Flowchart: Alternate Process 59">
            <a:extLst>
              <a:ext uri="{FF2B5EF4-FFF2-40B4-BE49-F238E27FC236}">
                <a16:creationId xmlns:a16="http://schemas.microsoft.com/office/drawing/2014/main" id="{BCA4D6DD-B8F3-BFFE-5AE3-6FD02C58F83F}"/>
              </a:ext>
            </a:extLst>
          </p:cNvPr>
          <p:cNvSpPr/>
          <p:nvPr/>
        </p:nvSpPr>
        <p:spPr>
          <a:xfrm>
            <a:off x="10400126" y="706736"/>
            <a:ext cx="1371600" cy="1435079"/>
          </a:xfrm>
          <a:prstGeom prst="flowChartAlternateProcess">
            <a:avLst/>
          </a:prstGeom>
          <a:solidFill>
            <a:srgbClr val="E7F4FD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Arrow: Right 61">
            <a:extLst>
              <a:ext uri="{FF2B5EF4-FFF2-40B4-BE49-F238E27FC236}">
                <a16:creationId xmlns:a16="http://schemas.microsoft.com/office/drawing/2014/main" id="{877B8683-7FE8-0FD8-5174-A07C9E3E9DB8}"/>
              </a:ext>
            </a:extLst>
          </p:cNvPr>
          <p:cNvSpPr/>
          <p:nvPr/>
        </p:nvSpPr>
        <p:spPr>
          <a:xfrm>
            <a:off x="8444871" y="1415585"/>
            <a:ext cx="283866" cy="164592"/>
          </a:xfrm>
          <a:prstGeom prst="rightArrow">
            <a:avLst/>
          </a:prstGeom>
          <a:ln w="3175"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08" name="Arrow: Right 17407">
            <a:extLst>
              <a:ext uri="{FF2B5EF4-FFF2-40B4-BE49-F238E27FC236}">
                <a16:creationId xmlns:a16="http://schemas.microsoft.com/office/drawing/2014/main" id="{9CB01AC0-5437-E8DC-426D-8E84F774584B}"/>
              </a:ext>
            </a:extLst>
          </p:cNvPr>
          <p:cNvSpPr/>
          <p:nvPr/>
        </p:nvSpPr>
        <p:spPr>
          <a:xfrm>
            <a:off x="10104354" y="1394311"/>
            <a:ext cx="283866" cy="164592"/>
          </a:xfrm>
          <a:prstGeom prst="rightArrow">
            <a:avLst/>
          </a:prstGeom>
          <a:ln w="3175"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423" name="Picture 17422">
            <a:extLst>
              <a:ext uri="{FF2B5EF4-FFF2-40B4-BE49-F238E27FC236}">
                <a16:creationId xmlns:a16="http://schemas.microsoft.com/office/drawing/2014/main" id="{607DAD24-FF4A-5C10-5F85-50B634589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21" y="705213"/>
            <a:ext cx="526227" cy="471499"/>
          </a:xfrm>
          <a:prstGeom prst="rect">
            <a:avLst/>
          </a:prstGeom>
        </p:spPr>
      </p:pic>
      <p:pic>
        <p:nvPicPr>
          <p:cNvPr id="17425" name="Picture 17424">
            <a:extLst>
              <a:ext uri="{FF2B5EF4-FFF2-40B4-BE49-F238E27FC236}">
                <a16:creationId xmlns:a16="http://schemas.microsoft.com/office/drawing/2014/main" id="{331D23D2-7950-B8E4-80A6-30837D582E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8569" y="743984"/>
            <a:ext cx="689485" cy="370145"/>
          </a:xfrm>
          <a:prstGeom prst="rect">
            <a:avLst/>
          </a:prstGeom>
        </p:spPr>
      </p:pic>
      <p:pic>
        <p:nvPicPr>
          <p:cNvPr id="17429" name="Picture 17428">
            <a:extLst>
              <a:ext uri="{FF2B5EF4-FFF2-40B4-BE49-F238E27FC236}">
                <a16:creationId xmlns:a16="http://schemas.microsoft.com/office/drawing/2014/main" id="{5A7DA7CA-987B-06EF-FF37-012089D45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58624" y="714449"/>
            <a:ext cx="608099" cy="405399"/>
          </a:xfrm>
          <a:prstGeom prst="rect">
            <a:avLst/>
          </a:prstGeom>
        </p:spPr>
      </p:pic>
      <p:pic>
        <p:nvPicPr>
          <p:cNvPr id="17431" name="Picture 17430">
            <a:extLst>
              <a:ext uri="{FF2B5EF4-FFF2-40B4-BE49-F238E27FC236}">
                <a16:creationId xmlns:a16="http://schemas.microsoft.com/office/drawing/2014/main" id="{1EF3EBD7-4D22-B46E-085C-67EE957A06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21313" y="691136"/>
            <a:ext cx="529586" cy="428712"/>
          </a:xfrm>
          <a:prstGeom prst="rect">
            <a:avLst/>
          </a:prstGeom>
        </p:spPr>
      </p:pic>
      <p:pic>
        <p:nvPicPr>
          <p:cNvPr id="17433" name="Picture 17432">
            <a:extLst>
              <a:ext uri="{FF2B5EF4-FFF2-40B4-BE49-F238E27FC236}">
                <a16:creationId xmlns:a16="http://schemas.microsoft.com/office/drawing/2014/main" id="{E9FA74BE-3FB1-12C0-3B6A-773E0A803C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8833" y="704355"/>
            <a:ext cx="490718" cy="440879"/>
          </a:xfrm>
          <a:prstGeom prst="rect">
            <a:avLst/>
          </a:prstGeom>
        </p:spPr>
      </p:pic>
      <p:pic>
        <p:nvPicPr>
          <p:cNvPr id="17435" name="Picture 17434">
            <a:extLst>
              <a:ext uri="{FF2B5EF4-FFF2-40B4-BE49-F238E27FC236}">
                <a16:creationId xmlns:a16="http://schemas.microsoft.com/office/drawing/2014/main" id="{D7DAFBC8-4625-071E-FB31-CE7050ED79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80503" y="741340"/>
            <a:ext cx="592033" cy="361986"/>
          </a:xfrm>
          <a:prstGeom prst="rect">
            <a:avLst/>
          </a:prstGeom>
        </p:spPr>
      </p:pic>
      <p:pic>
        <p:nvPicPr>
          <p:cNvPr id="17437" name="Picture 17436">
            <a:extLst>
              <a:ext uri="{FF2B5EF4-FFF2-40B4-BE49-F238E27FC236}">
                <a16:creationId xmlns:a16="http://schemas.microsoft.com/office/drawing/2014/main" id="{16BFDF76-85F7-01D4-8685-9D535199B33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98721" y="715001"/>
            <a:ext cx="502974" cy="335316"/>
          </a:xfrm>
          <a:prstGeom prst="rect">
            <a:avLst/>
          </a:prstGeom>
        </p:spPr>
      </p:pic>
      <p:sp>
        <p:nvSpPr>
          <p:cNvPr id="17438" name="Flowchart: Terminator 17437">
            <a:extLst>
              <a:ext uri="{FF2B5EF4-FFF2-40B4-BE49-F238E27FC236}">
                <a16:creationId xmlns:a16="http://schemas.microsoft.com/office/drawing/2014/main" id="{4E81567D-BAD9-314A-98CF-1504EAA13115}"/>
              </a:ext>
            </a:extLst>
          </p:cNvPr>
          <p:cNvSpPr/>
          <p:nvPr/>
        </p:nvSpPr>
        <p:spPr>
          <a:xfrm>
            <a:off x="464101" y="1839303"/>
            <a:ext cx="1137158" cy="172720"/>
          </a:xfrm>
          <a:prstGeom prst="flowChartTermina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>
                <a:solidFill>
                  <a:schemeClr val="tx1"/>
                </a:solidFill>
              </a:rPr>
              <a:t>Citizen voice in</a:t>
            </a:r>
          </a:p>
        </p:txBody>
      </p:sp>
      <p:sp>
        <p:nvSpPr>
          <p:cNvPr id="17440" name="Flowchart: Terminator 17439">
            <a:extLst>
              <a:ext uri="{FF2B5EF4-FFF2-40B4-BE49-F238E27FC236}">
                <a16:creationId xmlns:a16="http://schemas.microsoft.com/office/drawing/2014/main" id="{B39A5E69-AEA6-F16F-D0EE-E16FC8930219}"/>
              </a:ext>
            </a:extLst>
          </p:cNvPr>
          <p:cNvSpPr/>
          <p:nvPr/>
        </p:nvSpPr>
        <p:spPr>
          <a:xfrm>
            <a:off x="2236421" y="1866687"/>
            <a:ext cx="1033780" cy="172720"/>
          </a:xfrm>
          <a:prstGeom prst="flowChartTerminator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sp>
        <p:nvSpPr>
          <p:cNvPr id="17442" name="Flowchart: Terminator 17441">
            <a:extLst>
              <a:ext uri="{FF2B5EF4-FFF2-40B4-BE49-F238E27FC236}">
                <a16:creationId xmlns:a16="http://schemas.microsoft.com/office/drawing/2014/main" id="{ADBBC4FE-9FD1-AAFA-7F86-CDA605B35C17}"/>
              </a:ext>
            </a:extLst>
          </p:cNvPr>
          <p:cNvSpPr/>
          <p:nvPr/>
        </p:nvSpPr>
        <p:spPr>
          <a:xfrm>
            <a:off x="3891465" y="1869853"/>
            <a:ext cx="1137158" cy="172720"/>
          </a:xfrm>
          <a:prstGeom prst="flowChartTerminator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sp>
        <p:nvSpPr>
          <p:cNvPr id="17444" name="Flowchart: Terminator 17443">
            <a:extLst>
              <a:ext uri="{FF2B5EF4-FFF2-40B4-BE49-F238E27FC236}">
                <a16:creationId xmlns:a16="http://schemas.microsoft.com/office/drawing/2014/main" id="{943698F8-DCE6-7169-4DB3-5471E9C13787}"/>
              </a:ext>
            </a:extLst>
          </p:cNvPr>
          <p:cNvSpPr/>
          <p:nvPr/>
        </p:nvSpPr>
        <p:spPr>
          <a:xfrm>
            <a:off x="5546931" y="1851208"/>
            <a:ext cx="1137158" cy="172720"/>
          </a:xfrm>
          <a:prstGeom prst="flowChartTermina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46" name="Flowchart: Terminator 17445">
            <a:extLst>
              <a:ext uri="{FF2B5EF4-FFF2-40B4-BE49-F238E27FC236}">
                <a16:creationId xmlns:a16="http://schemas.microsoft.com/office/drawing/2014/main" id="{C52FF087-6ED8-FB18-BB43-AE392F65FC2B}"/>
              </a:ext>
            </a:extLst>
          </p:cNvPr>
          <p:cNvSpPr/>
          <p:nvPr/>
        </p:nvSpPr>
        <p:spPr>
          <a:xfrm>
            <a:off x="7157402" y="1826483"/>
            <a:ext cx="1137158" cy="172720"/>
          </a:xfrm>
          <a:prstGeom prst="flowChartTerminator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48" name="Flowchart: Terminator 17447">
            <a:extLst>
              <a:ext uri="{FF2B5EF4-FFF2-40B4-BE49-F238E27FC236}">
                <a16:creationId xmlns:a16="http://schemas.microsoft.com/office/drawing/2014/main" id="{0E658846-C15F-0403-4776-EC5D43930BDF}"/>
              </a:ext>
            </a:extLst>
          </p:cNvPr>
          <p:cNvSpPr/>
          <p:nvPr/>
        </p:nvSpPr>
        <p:spPr>
          <a:xfrm>
            <a:off x="8843327" y="1883126"/>
            <a:ext cx="1137158" cy="172720"/>
          </a:xfrm>
          <a:prstGeom prst="flowChartTerminator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50" name="Flowchart: Terminator 17449">
            <a:extLst>
              <a:ext uri="{FF2B5EF4-FFF2-40B4-BE49-F238E27FC236}">
                <a16:creationId xmlns:a16="http://schemas.microsoft.com/office/drawing/2014/main" id="{DC1A1C45-6D6E-865A-90A4-03F288610807}"/>
              </a:ext>
            </a:extLst>
          </p:cNvPr>
          <p:cNvSpPr/>
          <p:nvPr/>
        </p:nvSpPr>
        <p:spPr>
          <a:xfrm>
            <a:off x="10517347" y="1883792"/>
            <a:ext cx="1137158" cy="172720"/>
          </a:xfrm>
          <a:prstGeom prst="flowChartTerminator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51" name="TextBox 17450">
            <a:extLst>
              <a:ext uri="{FF2B5EF4-FFF2-40B4-BE49-F238E27FC236}">
                <a16:creationId xmlns:a16="http://schemas.microsoft.com/office/drawing/2014/main" id="{2FA924D1-A368-1D2A-B824-65F61ADFBDED}"/>
              </a:ext>
            </a:extLst>
          </p:cNvPr>
          <p:cNvSpPr txBox="1"/>
          <p:nvPr/>
        </p:nvSpPr>
        <p:spPr>
          <a:xfrm>
            <a:off x="324769" y="1147615"/>
            <a:ext cx="140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Citizen submits problem with description, location and evidence (photo/video)</a:t>
            </a:r>
          </a:p>
        </p:txBody>
      </p:sp>
      <p:sp>
        <p:nvSpPr>
          <p:cNvPr id="17453" name="TextBox 17452">
            <a:extLst>
              <a:ext uri="{FF2B5EF4-FFF2-40B4-BE49-F238E27FC236}">
                <a16:creationId xmlns:a16="http://schemas.microsoft.com/office/drawing/2014/main" id="{37CC8115-B992-3BFD-5252-C6BC846203E9}"/>
              </a:ext>
            </a:extLst>
          </p:cNvPr>
          <p:cNvSpPr txBox="1"/>
          <p:nvPr/>
        </p:nvSpPr>
        <p:spPr>
          <a:xfrm>
            <a:off x="2092104" y="1181509"/>
            <a:ext cx="140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Al analyses and categorizes the issue(domain, severity, keywords, location)</a:t>
            </a:r>
          </a:p>
        </p:txBody>
      </p:sp>
      <p:sp>
        <p:nvSpPr>
          <p:cNvPr id="17458" name="TextBox 17457">
            <a:extLst>
              <a:ext uri="{FF2B5EF4-FFF2-40B4-BE49-F238E27FC236}">
                <a16:creationId xmlns:a16="http://schemas.microsoft.com/office/drawing/2014/main" id="{9AB96B88-F37A-77BA-AB19-F6581018417F}"/>
              </a:ext>
            </a:extLst>
          </p:cNvPr>
          <p:cNvSpPr txBox="1"/>
          <p:nvPr/>
        </p:nvSpPr>
        <p:spPr>
          <a:xfrm>
            <a:off x="2221747" y="1816360"/>
            <a:ext cx="12731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Al-Powered Analysis</a:t>
            </a:r>
          </a:p>
        </p:txBody>
      </p:sp>
      <p:sp>
        <p:nvSpPr>
          <p:cNvPr id="17460" name="TextBox 17459">
            <a:extLst>
              <a:ext uri="{FF2B5EF4-FFF2-40B4-BE49-F238E27FC236}">
                <a16:creationId xmlns:a16="http://schemas.microsoft.com/office/drawing/2014/main" id="{4BA16F29-6901-5DF6-5FB3-77194B38923E}"/>
              </a:ext>
            </a:extLst>
          </p:cNvPr>
          <p:cNvSpPr txBox="1"/>
          <p:nvPr/>
        </p:nvSpPr>
        <p:spPr>
          <a:xfrm>
            <a:off x="3770986" y="1184574"/>
            <a:ext cx="140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Cluster similar reports, identify systemic issues and prioritize based on impact and urgency</a:t>
            </a:r>
          </a:p>
        </p:txBody>
      </p:sp>
      <p:sp>
        <p:nvSpPr>
          <p:cNvPr id="17464" name="TextBox 17463">
            <a:extLst>
              <a:ext uri="{FF2B5EF4-FFF2-40B4-BE49-F238E27FC236}">
                <a16:creationId xmlns:a16="http://schemas.microsoft.com/office/drawing/2014/main" id="{163660E5-7DE4-9657-C57C-8CACDF0FB351}"/>
              </a:ext>
            </a:extLst>
          </p:cNvPr>
          <p:cNvSpPr txBox="1"/>
          <p:nvPr/>
        </p:nvSpPr>
        <p:spPr>
          <a:xfrm>
            <a:off x="3890887" y="1823330"/>
            <a:ext cx="12731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From Noise to Insight</a:t>
            </a:r>
          </a:p>
        </p:txBody>
      </p:sp>
      <p:sp>
        <p:nvSpPr>
          <p:cNvPr id="17466" name="TextBox 17465">
            <a:extLst>
              <a:ext uri="{FF2B5EF4-FFF2-40B4-BE49-F238E27FC236}">
                <a16:creationId xmlns:a16="http://schemas.microsoft.com/office/drawing/2014/main" id="{6126BDF7-B432-5799-1BBA-0541FC59D664}"/>
              </a:ext>
            </a:extLst>
          </p:cNvPr>
          <p:cNvSpPr txBox="1"/>
          <p:nvPr/>
        </p:nvSpPr>
        <p:spPr>
          <a:xfrm>
            <a:off x="5405369" y="1116363"/>
            <a:ext cx="140561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Find and connect relevant students, researchers, faculty and institutions based on expertise</a:t>
            </a:r>
          </a:p>
        </p:txBody>
      </p:sp>
      <p:sp>
        <p:nvSpPr>
          <p:cNvPr id="17468" name="TextBox 17467">
            <a:extLst>
              <a:ext uri="{FF2B5EF4-FFF2-40B4-BE49-F238E27FC236}">
                <a16:creationId xmlns:a16="http://schemas.microsoft.com/office/drawing/2014/main" id="{1A35DFD0-4D6B-114E-1A5C-5A11AF6B9142}"/>
              </a:ext>
            </a:extLst>
          </p:cNvPr>
          <p:cNvSpPr txBox="1"/>
          <p:nvPr/>
        </p:nvSpPr>
        <p:spPr>
          <a:xfrm>
            <a:off x="5493625" y="1816359"/>
            <a:ext cx="12731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Right People, Right Fit</a:t>
            </a:r>
          </a:p>
        </p:txBody>
      </p:sp>
      <p:sp>
        <p:nvSpPr>
          <p:cNvPr id="17470" name="TextBox 17469">
            <a:extLst>
              <a:ext uri="{FF2B5EF4-FFF2-40B4-BE49-F238E27FC236}">
                <a16:creationId xmlns:a16="http://schemas.microsoft.com/office/drawing/2014/main" id="{C8D76717-3B47-ACB9-F3F6-F647C948AA67}"/>
              </a:ext>
            </a:extLst>
          </p:cNvPr>
          <p:cNvSpPr txBox="1"/>
          <p:nvPr/>
        </p:nvSpPr>
        <p:spPr>
          <a:xfrm>
            <a:off x="7070797" y="1239683"/>
            <a:ext cx="14056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Teams develop solutions with mentorship and expert guidance</a:t>
            </a:r>
          </a:p>
        </p:txBody>
      </p:sp>
      <p:sp>
        <p:nvSpPr>
          <p:cNvPr id="17472" name="TextBox 17471">
            <a:extLst>
              <a:ext uri="{FF2B5EF4-FFF2-40B4-BE49-F238E27FC236}">
                <a16:creationId xmlns:a16="http://schemas.microsoft.com/office/drawing/2014/main" id="{C48F2424-134E-B129-7956-2A872CE10439}"/>
              </a:ext>
            </a:extLst>
          </p:cNvPr>
          <p:cNvSpPr txBox="1"/>
          <p:nvPr/>
        </p:nvSpPr>
        <p:spPr>
          <a:xfrm>
            <a:off x="7122518" y="1804453"/>
            <a:ext cx="12731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Ideas to Prototypes</a:t>
            </a:r>
          </a:p>
        </p:txBody>
      </p:sp>
      <p:sp>
        <p:nvSpPr>
          <p:cNvPr id="17474" name="TextBox 17473">
            <a:extLst>
              <a:ext uri="{FF2B5EF4-FFF2-40B4-BE49-F238E27FC236}">
                <a16:creationId xmlns:a16="http://schemas.microsoft.com/office/drawing/2014/main" id="{E991E9A7-861C-88F1-8034-25910F4D5A48}"/>
              </a:ext>
            </a:extLst>
          </p:cNvPr>
          <p:cNvSpPr txBox="1"/>
          <p:nvPr/>
        </p:nvSpPr>
        <p:spPr>
          <a:xfrm>
            <a:off x="8750318" y="1077365"/>
            <a:ext cx="1405617" cy="74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50" b="1"/>
              <a:t>Validated solutions are taken forward by startups / MSMEs /government partners for real-world deployment</a:t>
            </a:r>
          </a:p>
        </p:txBody>
      </p:sp>
      <p:sp>
        <p:nvSpPr>
          <p:cNvPr id="17476" name="TextBox 17475">
            <a:extLst>
              <a:ext uri="{FF2B5EF4-FFF2-40B4-BE49-F238E27FC236}">
                <a16:creationId xmlns:a16="http://schemas.microsoft.com/office/drawing/2014/main" id="{D273A97B-76A0-972F-45C5-D50D0E9524E8}"/>
              </a:ext>
            </a:extLst>
          </p:cNvPr>
          <p:cNvSpPr txBox="1"/>
          <p:nvPr/>
        </p:nvSpPr>
        <p:spPr>
          <a:xfrm>
            <a:off x="8762470" y="1869906"/>
            <a:ext cx="1397060" cy="223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/>
              <a:t>From Prototype to Reality</a:t>
            </a:r>
          </a:p>
        </p:txBody>
      </p:sp>
      <p:sp>
        <p:nvSpPr>
          <p:cNvPr id="17480" name="TextBox 17479">
            <a:extLst>
              <a:ext uri="{FF2B5EF4-FFF2-40B4-BE49-F238E27FC236}">
                <a16:creationId xmlns:a16="http://schemas.microsoft.com/office/drawing/2014/main" id="{60A4DAF9-51D2-5F82-1F9F-DAD5A853ECDA}"/>
              </a:ext>
            </a:extLst>
          </p:cNvPr>
          <p:cNvSpPr txBox="1"/>
          <p:nvPr/>
        </p:nvSpPr>
        <p:spPr>
          <a:xfrm>
            <a:off x="10386832" y="1181805"/>
            <a:ext cx="14056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Track outcomes with Baseline -&gt; Target -&gt;</a:t>
            </a:r>
          </a:p>
          <a:p>
            <a:pPr algn="ctr"/>
            <a:r>
              <a:rPr lang="en-US" sz="900" b="1"/>
              <a:t>Actual + evidence (photos, data, reports)</a:t>
            </a:r>
          </a:p>
        </p:txBody>
      </p:sp>
      <p:sp>
        <p:nvSpPr>
          <p:cNvPr id="17482" name="TextBox 17481">
            <a:extLst>
              <a:ext uri="{FF2B5EF4-FFF2-40B4-BE49-F238E27FC236}">
                <a16:creationId xmlns:a16="http://schemas.microsoft.com/office/drawing/2014/main" id="{5463D29E-DFD0-9736-774C-DD56BD440779}"/>
              </a:ext>
            </a:extLst>
          </p:cNvPr>
          <p:cNvSpPr txBox="1"/>
          <p:nvPr/>
        </p:nvSpPr>
        <p:spPr>
          <a:xfrm>
            <a:off x="10498621" y="1861380"/>
            <a:ext cx="127310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/>
              <a:t>Visible Impact</a:t>
            </a:r>
          </a:p>
        </p:txBody>
      </p:sp>
      <p:sp>
        <p:nvSpPr>
          <p:cNvPr id="17484" name="Flowchart: Alternate Process 17483">
            <a:extLst>
              <a:ext uri="{FF2B5EF4-FFF2-40B4-BE49-F238E27FC236}">
                <a16:creationId xmlns:a16="http://schemas.microsoft.com/office/drawing/2014/main" id="{4525C9F9-44D7-C504-4C7F-96A2717ACBE1}"/>
              </a:ext>
            </a:extLst>
          </p:cNvPr>
          <p:cNvSpPr/>
          <p:nvPr/>
        </p:nvSpPr>
        <p:spPr>
          <a:xfrm>
            <a:off x="5163992" y="2164160"/>
            <a:ext cx="6664305" cy="353854"/>
          </a:xfrm>
          <a:prstGeom prst="flowChartAlternateProcess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Arial Black"/>
              </a:rPr>
              <a:t>IMPACT </a:t>
            </a:r>
            <a:endParaRPr lang="en-US" b="1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17488" name="Flowchart: Alternate Process 17487">
            <a:extLst>
              <a:ext uri="{FF2B5EF4-FFF2-40B4-BE49-F238E27FC236}">
                <a16:creationId xmlns:a16="http://schemas.microsoft.com/office/drawing/2014/main" id="{C7723D18-F037-0D0C-7F39-8477689C41A5}"/>
              </a:ext>
            </a:extLst>
          </p:cNvPr>
          <p:cNvSpPr/>
          <p:nvPr/>
        </p:nvSpPr>
        <p:spPr>
          <a:xfrm>
            <a:off x="5179042" y="2574912"/>
            <a:ext cx="1354051" cy="1798756"/>
          </a:xfrm>
          <a:prstGeom prst="flowChartAlternateProcess">
            <a:avLst/>
          </a:prstGeom>
          <a:solidFill>
            <a:srgbClr val="FEE4ED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>
              <a:ea typeface="Calibri"/>
              <a:cs typeface="Calibri"/>
            </a:endParaRPr>
          </a:p>
        </p:txBody>
      </p:sp>
      <p:pic>
        <p:nvPicPr>
          <p:cNvPr id="17503" name="Picture 17502">
            <a:extLst>
              <a:ext uri="{FF2B5EF4-FFF2-40B4-BE49-F238E27FC236}">
                <a16:creationId xmlns:a16="http://schemas.microsoft.com/office/drawing/2014/main" id="{85382374-6165-1873-FACD-77DF8D0186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2709" y="2638208"/>
            <a:ext cx="797848" cy="317376"/>
          </a:xfrm>
          <a:prstGeom prst="rect">
            <a:avLst/>
          </a:prstGeom>
        </p:spPr>
      </p:pic>
      <p:sp>
        <p:nvSpPr>
          <p:cNvPr id="17512" name="TextBox 17511">
            <a:extLst>
              <a:ext uri="{FF2B5EF4-FFF2-40B4-BE49-F238E27FC236}">
                <a16:creationId xmlns:a16="http://schemas.microsoft.com/office/drawing/2014/main" id="{A33D4C0D-2F7C-A4C2-3F52-52F1CF0DFCA9}"/>
              </a:ext>
            </a:extLst>
          </p:cNvPr>
          <p:cNvSpPr txBox="1"/>
          <p:nvPr/>
        </p:nvSpPr>
        <p:spPr>
          <a:xfrm>
            <a:off x="5224689" y="2930236"/>
            <a:ext cx="1233888" cy="14850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/>
              <a:buChar char="v"/>
            </a:pPr>
            <a:r>
              <a:rPr lang="en-US" sz="1000" b="1" dirty="0">
                <a:latin typeface="Calibri"/>
                <a:ea typeface="ＭＳ Ｐゴシック"/>
                <a:cs typeface="Calibri"/>
              </a:rPr>
              <a:t>75,914 received and 61,844 redressed in June 2025.</a:t>
            </a:r>
            <a:endParaRPr lang="en-US" sz="1000" b="1" dirty="0">
              <a:solidFill>
                <a:srgbClr val="000000"/>
              </a:solidFill>
              <a:cs typeface="Calibri" pitchFamily="34" charset="0"/>
            </a:endParaRPr>
          </a:p>
          <a:p>
            <a:pPr marL="171450" indent="-171450">
              <a:buFont typeface="Wingdings"/>
              <a:buChar char="v"/>
            </a:pPr>
            <a:r>
              <a:rPr lang="en-US" sz="1000" b="1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Shows the need for better prioritization &amp;follow-through</a:t>
            </a:r>
            <a:r>
              <a:rPr lang="en-US" sz="1050" b="1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.</a:t>
            </a:r>
          </a:p>
        </p:txBody>
      </p:sp>
      <p:sp>
        <p:nvSpPr>
          <p:cNvPr id="17522" name="Flowchart: Alternate Process 17521">
            <a:extLst>
              <a:ext uri="{FF2B5EF4-FFF2-40B4-BE49-F238E27FC236}">
                <a16:creationId xmlns:a16="http://schemas.microsoft.com/office/drawing/2014/main" id="{7DDB07F6-44FA-8EDB-65B9-ABE92CAF8411}"/>
              </a:ext>
            </a:extLst>
          </p:cNvPr>
          <p:cNvSpPr/>
          <p:nvPr/>
        </p:nvSpPr>
        <p:spPr>
          <a:xfrm>
            <a:off x="464101" y="4547789"/>
            <a:ext cx="11364196" cy="305990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Benefits for Key Stakeholders</a:t>
            </a:r>
          </a:p>
        </p:txBody>
      </p:sp>
      <p:sp>
        <p:nvSpPr>
          <p:cNvPr id="17528" name="Flowchart: Alternate Process 17527">
            <a:extLst>
              <a:ext uri="{FF2B5EF4-FFF2-40B4-BE49-F238E27FC236}">
                <a16:creationId xmlns:a16="http://schemas.microsoft.com/office/drawing/2014/main" id="{0C487FB3-3579-685D-EE94-C9B557D67DD3}"/>
              </a:ext>
            </a:extLst>
          </p:cNvPr>
          <p:cNvSpPr/>
          <p:nvPr/>
        </p:nvSpPr>
        <p:spPr>
          <a:xfrm>
            <a:off x="3323986" y="4897278"/>
            <a:ext cx="2620539" cy="1505425"/>
          </a:xfrm>
          <a:prstGeom prst="flowChartAlternateProcess">
            <a:avLst/>
          </a:prstGeom>
          <a:solidFill>
            <a:srgbClr val="DEFD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534" name="Picture 17533">
            <a:extLst>
              <a:ext uri="{FF2B5EF4-FFF2-40B4-BE49-F238E27FC236}">
                <a16:creationId xmlns:a16="http://schemas.microsoft.com/office/drawing/2014/main" id="{318EAA4D-6450-59F5-AED7-00D8A571674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10875" y="4994949"/>
            <a:ext cx="982167" cy="276418"/>
          </a:xfrm>
          <a:prstGeom prst="rect">
            <a:avLst/>
          </a:prstGeom>
        </p:spPr>
      </p:pic>
      <p:sp>
        <p:nvSpPr>
          <p:cNvPr id="17535" name="TextBox 17534">
            <a:extLst>
              <a:ext uri="{FF2B5EF4-FFF2-40B4-BE49-F238E27FC236}">
                <a16:creationId xmlns:a16="http://schemas.microsoft.com/office/drawing/2014/main" id="{5CCCCD83-988A-3024-B519-780FCAA4B126}"/>
              </a:ext>
            </a:extLst>
          </p:cNvPr>
          <p:cNvSpPr txBox="1"/>
          <p:nvPr/>
        </p:nvSpPr>
        <p:spPr>
          <a:xfrm>
            <a:off x="393192" y="5294614"/>
            <a:ext cx="2432095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Report local problems easily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Track status and progress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C00000"/>
                </a:solidFill>
                <a:latin typeface="Calibri"/>
                <a:ea typeface="ＭＳ Ｐゴシック"/>
                <a:cs typeface="Calibri"/>
              </a:rPr>
              <a:t>Get solutions from relevant experts</a:t>
            </a:r>
          </a:p>
        </p:txBody>
      </p:sp>
      <p:pic>
        <p:nvPicPr>
          <p:cNvPr id="17537" name="Picture 17536">
            <a:extLst>
              <a:ext uri="{FF2B5EF4-FFF2-40B4-BE49-F238E27FC236}">
                <a16:creationId xmlns:a16="http://schemas.microsoft.com/office/drawing/2014/main" id="{849FFFF7-9662-5109-0288-09F8AEB6A2A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30674" y="5030838"/>
            <a:ext cx="1086239" cy="314594"/>
          </a:xfrm>
          <a:prstGeom prst="rect">
            <a:avLst/>
          </a:prstGeom>
        </p:spPr>
      </p:pic>
      <p:sp>
        <p:nvSpPr>
          <p:cNvPr id="17539" name="TextBox 17538">
            <a:extLst>
              <a:ext uri="{FF2B5EF4-FFF2-40B4-BE49-F238E27FC236}">
                <a16:creationId xmlns:a16="http://schemas.microsoft.com/office/drawing/2014/main" id="{15E8CB31-020C-3974-169B-944600C2D3CE}"/>
              </a:ext>
            </a:extLst>
          </p:cNvPr>
          <p:cNvSpPr txBox="1"/>
          <p:nvPr/>
        </p:nvSpPr>
        <p:spPr>
          <a:xfrm>
            <a:off x="3401568" y="5417726"/>
            <a:ext cx="2694432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B050"/>
                </a:solidFill>
                <a:latin typeface="Calibri"/>
                <a:ea typeface="ＭＳ Ｐゴシック"/>
                <a:cs typeface="Calibri"/>
              </a:rPr>
              <a:t> Find real-world problems.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B050"/>
                </a:solidFill>
                <a:latin typeface="Calibri"/>
                <a:ea typeface="ＭＳ Ｐゴシック"/>
                <a:cs typeface="Calibri"/>
              </a:rPr>
              <a:t>Gain practical experience.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B050"/>
                </a:solidFill>
                <a:latin typeface="Calibri"/>
                <a:ea typeface="ＭＳ Ｐゴシック"/>
                <a:cs typeface="Calibri"/>
              </a:rPr>
              <a:t>Work on meaningful projects.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00B050"/>
                </a:solidFill>
                <a:latin typeface="Calibri"/>
                <a:ea typeface="ＭＳ Ｐゴシック"/>
                <a:cs typeface="Calibri"/>
              </a:rPr>
              <a:t>Recognition opportunities</a:t>
            </a:r>
          </a:p>
        </p:txBody>
      </p:sp>
      <p:sp>
        <p:nvSpPr>
          <p:cNvPr id="17543" name="TextBox 17542">
            <a:extLst>
              <a:ext uri="{FF2B5EF4-FFF2-40B4-BE49-F238E27FC236}">
                <a16:creationId xmlns:a16="http://schemas.microsoft.com/office/drawing/2014/main" id="{C494553B-4DE6-DB1E-9776-3EA78DB374FC}"/>
              </a:ext>
            </a:extLst>
          </p:cNvPr>
          <p:cNvSpPr txBox="1"/>
          <p:nvPr/>
        </p:nvSpPr>
        <p:spPr>
          <a:xfrm>
            <a:off x="6403266" y="5526766"/>
            <a:ext cx="2711607" cy="90024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  <a:latin typeface="Calibri"/>
                <a:ea typeface="ＭＳ Ｐゴシック"/>
                <a:cs typeface="Calibri"/>
              </a:rPr>
              <a:t>Discover validated challenges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  <a:latin typeface="Calibri"/>
                <a:ea typeface="ＭＳ Ｐゴシック"/>
                <a:cs typeface="Calibri"/>
              </a:rPr>
              <a:t>Opportunities for pilot projects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rgbClr val="7030A0"/>
                </a:solidFill>
                <a:latin typeface="Calibri"/>
                <a:ea typeface="ＭＳ Ｐゴシック"/>
                <a:cs typeface="Calibri"/>
              </a:rPr>
              <a:t>Access to academic expertise</a:t>
            </a:r>
          </a:p>
          <a:p>
            <a:endParaRPr lang="en-US" sz="1050" dirty="0">
              <a:solidFill>
                <a:srgbClr val="7030A0"/>
              </a:solidFill>
              <a:latin typeface="Calibri"/>
              <a:ea typeface="ＭＳ Ｐゴシック"/>
              <a:cs typeface="Calibri"/>
            </a:endParaRPr>
          </a:p>
        </p:txBody>
      </p:sp>
      <p:sp>
        <p:nvSpPr>
          <p:cNvPr id="17545" name="TextBox 17544">
            <a:extLst>
              <a:ext uri="{FF2B5EF4-FFF2-40B4-BE49-F238E27FC236}">
                <a16:creationId xmlns:a16="http://schemas.microsoft.com/office/drawing/2014/main" id="{1716D223-08A9-DC13-5D76-209A624C29F6}"/>
              </a:ext>
            </a:extLst>
          </p:cNvPr>
          <p:cNvSpPr txBox="1"/>
          <p:nvPr/>
        </p:nvSpPr>
        <p:spPr>
          <a:xfrm>
            <a:off x="9382999" y="5192884"/>
            <a:ext cx="2620539" cy="1246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Prioritize problems effectively.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Access wider solution </a:t>
            </a:r>
          </a:p>
          <a:p>
            <a:r>
              <a:rPr lang="en-US" sz="125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      ecosystem.</a:t>
            </a:r>
            <a:endParaRPr lang="en-US" sz="1250" dirty="0">
              <a:cs typeface="Calibri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Track implementation and outcomes.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250" dirty="0">
                <a:solidFill>
                  <a:srgbClr val="0070C0"/>
                </a:solidFill>
                <a:latin typeface="Calibri"/>
                <a:ea typeface="ＭＳ Ｐゴシック"/>
                <a:cs typeface="Calibri"/>
              </a:rPr>
              <a:t>Data-driven policy planning</a:t>
            </a:r>
          </a:p>
        </p:txBody>
      </p:sp>
      <p:pic>
        <p:nvPicPr>
          <p:cNvPr id="17547" name="Picture 17546">
            <a:extLst>
              <a:ext uri="{FF2B5EF4-FFF2-40B4-BE49-F238E27FC236}">
                <a16:creationId xmlns:a16="http://schemas.microsoft.com/office/drawing/2014/main" id="{9FEE77CE-B373-4329-50F3-5FB236284EE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1120" y="5004427"/>
            <a:ext cx="1119620" cy="390565"/>
          </a:xfrm>
          <a:prstGeom prst="rect">
            <a:avLst/>
          </a:prstGeom>
        </p:spPr>
      </p:pic>
      <p:pic>
        <p:nvPicPr>
          <p:cNvPr id="17549" name="Picture 17548">
            <a:extLst>
              <a:ext uri="{FF2B5EF4-FFF2-40B4-BE49-F238E27FC236}">
                <a16:creationId xmlns:a16="http://schemas.microsoft.com/office/drawing/2014/main" id="{23675DDB-6E61-40A1-BEF6-F112A9DF440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04354" y="4971785"/>
            <a:ext cx="1095864" cy="284561"/>
          </a:xfrm>
          <a:prstGeom prst="rect">
            <a:avLst/>
          </a:prstGeom>
        </p:spPr>
      </p:pic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79869400-29E1-D1A9-4180-400313ECCFA3}"/>
              </a:ext>
            </a:extLst>
          </p:cNvPr>
          <p:cNvSpPr/>
          <p:nvPr/>
        </p:nvSpPr>
        <p:spPr>
          <a:xfrm>
            <a:off x="6931041" y="2592493"/>
            <a:ext cx="1354051" cy="1798756"/>
          </a:xfrm>
          <a:prstGeom prst="flowChartAlternateProcess">
            <a:avLst/>
          </a:prstGeom>
          <a:solidFill>
            <a:srgbClr val="DEFDEB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>
              <a:ea typeface="Calibri"/>
              <a:cs typeface="Calibri"/>
            </a:endParaRPr>
          </a:p>
        </p:txBody>
      </p:sp>
      <p:sp>
        <p:nvSpPr>
          <p:cNvPr id="17514" name="TextBox 17513">
            <a:extLst>
              <a:ext uri="{FF2B5EF4-FFF2-40B4-BE49-F238E27FC236}">
                <a16:creationId xmlns:a16="http://schemas.microsoft.com/office/drawing/2014/main" id="{DD66C781-851E-7623-55A5-DCE9633BD26E}"/>
              </a:ext>
            </a:extLst>
          </p:cNvPr>
          <p:cNvSpPr txBox="1"/>
          <p:nvPr/>
        </p:nvSpPr>
        <p:spPr>
          <a:xfrm>
            <a:off x="6941904" y="3121286"/>
            <a:ext cx="139073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b="1">
                <a:latin typeface="Calibri"/>
                <a:ea typeface="ＭＳ Ｐゴシック"/>
                <a:cs typeface="Calibri"/>
              </a:rPr>
              <a:t>Atal Innovation Mission reports 1.1 crore + students engaged through Atal Tinkering Labs.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b="1">
                <a:solidFill>
                  <a:srgbClr val="00B050"/>
                </a:solidFill>
                <a:latin typeface="Calibri"/>
                <a:ea typeface="ＭＳ Ｐゴシック"/>
                <a:cs typeface="Calibri"/>
              </a:rPr>
              <a:t>A huge pool of young problem-solvers exists.</a:t>
            </a:r>
          </a:p>
        </p:txBody>
      </p:sp>
      <p:pic>
        <p:nvPicPr>
          <p:cNvPr id="17507" name="Picture 17506">
            <a:extLst>
              <a:ext uri="{FF2B5EF4-FFF2-40B4-BE49-F238E27FC236}">
                <a16:creationId xmlns:a16="http://schemas.microsoft.com/office/drawing/2014/main" id="{B99A9272-DFAD-C45F-F593-7CFEF66C575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5257" y="2736580"/>
            <a:ext cx="860189" cy="309668"/>
          </a:xfrm>
          <a:prstGeom prst="rect">
            <a:avLst/>
          </a:prstGeom>
        </p:spPr>
      </p:pic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061530D0-72F1-93BC-885C-EE01DE61ACEC}"/>
              </a:ext>
            </a:extLst>
          </p:cNvPr>
          <p:cNvSpPr/>
          <p:nvPr/>
        </p:nvSpPr>
        <p:spPr>
          <a:xfrm>
            <a:off x="8726107" y="2591005"/>
            <a:ext cx="1354051" cy="1798756"/>
          </a:xfrm>
          <a:prstGeom prst="flowChartAlternateProcess">
            <a:avLst/>
          </a:prstGeom>
          <a:solidFill>
            <a:srgbClr val="FEF5D7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>
              <a:ea typeface="Calibri"/>
              <a:cs typeface="Calibri"/>
            </a:endParaRPr>
          </a:p>
        </p:txBody>
      </p:sp>
      <p:pic>
        <p:nvPicPr>
          <p:cNvPr id="17509" name="Picture 17508">
            <a:extLst>
              <a:ext uri="{FF2B5EF4-FFF2-40B4-BE49-F238E27FC236}">
                <a16:creationId xmlns:a16="http://schemas.microsoft.com/office/drawing/2014/main" id="{2846B0BC-8830-E986-8939-2004DEC13D87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91250" y="2698277"/>
            <a:ext cx="847230" cy="367940"/>
          </a:xfrm>
          <a:prstGeom prst="rect">
            <a:avLst/>
          </a:prstGeom>
        </p:spPr>
      </p:pic>
      <p:sp>
        <p:nvSpPr>
          <p:cNvPr id="17518" name="TextBox 17517">
            <a:extLst>
              <a:ext uri="{FF2B5EF4-FFF2-40B4-BE49-F238E27FC236}">
                <a16:creationId xmlns:a16="http://schemas.microsoft.com/office/drawing/2014/main" id="{E34FA316-08F0-5178-3098-DE9109D33DA5}"/>
              </a:ext>
            </a:extLst>
          </p:cNvPr>
          <p:cNvSpPr txBox="1"/>
          <p:nvPr/>
        </p:nvSpPr>
        <p:spPr>
          <a:xfrm>
            <a:off x="8645193" y="2962452"/>
            <a:ext cx="1568955" cy="147732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/>
              <a:buChar char="v"/>
            </a:pPr>
            <a:r>
              <a:rPr lang="en-US" sz="1000" b="1">
                <a:latin typeface="Calibri"/>
                <a:ea typeface="Calibri"/>
                <a:cs typeface="Calibri"/>
              </a:rPr>
              <a:t>AIM reports 3,500+startups     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00" b="1">
                <a:latin typeface="Calibri"/>
                <a:ea typeface="Calibri"/>
                <a:cs typeface="Calibri"/>
              </a:rPr>
              <a:t>  supported through </a:t>
            </a:r>
            <a:endParaRPr lang="en-US" sz="1000">
              <a:latin typeface="Calibri"/>
              <a:ea typeface="Calibri"/>
              <a:cs typeface="Calibri"/>
            </a:endParaRPr>
          </a:p>
          <a:p>
            <a:r>
              <a:rPr lang="en-US" sz="1000" b="1">
                <a:latin typeface="Calibri"/>
                <a:ea typeface="Calibri"/>
                <a:cs typeface="Calibri"/>
              </a:rPr>
              <a:t>      its incubation  </a:t>
            </a:r>
            <a:endParaRPr lang="en-US" sz="1000">
              <a:latin typeface="Calibri"/>
              <a:ea typeface="Calibri"/>
              <a:cs typeface="Calibri"/>
            </a:endParaRPr>
          </a:p>
          <a:p>
            <a:r>
              <a:rPr lang="en-US" sz="1000" b="1">
                <a:latin typeface="Calibri"/>
                <a:ea typeface="Calibri"/>
                <a:cs typeface="Calibri"/>
              </a:rPr>
              <a:t>      ecosystem.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00" b="1">
                <a:solidFill>
                  <a:schemeClr val="accent6"/>
                </a:solidFill>
                <a:latin typeface="Calibri"/>
                <a:ea typeface="ＭＳ Ｐゴシック"/>
                <a:cs typeface="Calibri"/>
              </a:rPr>
              <a:t>Opportunity for a structured pathway from challenges to solution providers</a:t>
            </a:r>
            <a:r>
              <a:rPr lang="en-US" sz="900" b="1">
                <a:solidFill>
                  <a:schemeClr val="accent6"/>
                </a:solidFill>
                <a:latin typeface="Calibri"/>
                <a:ea typeface="ＭＳ Ｐゴシック"/>
                <a:cs typeface="Calibri"/>
              </a:rPr>
              <a:t>.</a:t>
            </a:r>
            <a:endParaRPr lang="en-US" sz="900">
              <a:solidFill>
                <a:schemeClr val="accent6"/>
              </a:solidFill>
              <a:latin typeface="Calibri"/>
              <a:ea typeface="ＭＳ Ｐゴシック"/>
              <a:cs typeface="Calibri"/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122CAA2-1A0F-0C80-1346-A678B7CB0FA7}"/>
              </a:ext>
            </a:extLst>
          </p:cNvPr>
          <p:cNvSpPr/>
          <p:nvPr/>
        </p:nvSpPr>
        <p:spPr>
          <a:xfrm>
            <a:off x="10474246" y="2578750"/>
            <a:ext cx="1354051" cy="1798756"/>
          </a:xfrm>
          <a:prstGeom prst="flowChartAlternateProcess">
            <a:avLst/>
          </a:prstGeom>
          <a:solidFill>
            <a:srgbClr val="D8ECFD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endParaRPr lang="en-US" sz="800" b="1">
              <a:ea typeface="Calibri"/>
              <a:cs typeface="Calibri"/>
            </a:endParaRPr>
          </a:p>
        </p:txBody>
      </p:sp>
      <p:sp>
        <p:nvSpPr>
          <p:cNvPr id="17520" name="TextBox 17519">
            <a:extLst>
              <a:ext uri="{FF2B5EF4-FFF2-40B4-BE49-F238E27FC236}">
                <a16:creationId xmlns:a16="http://schemas.microsoft.com/office/drawing/2014/main" id="{584B64C3-6DAE-2F70-1458-C0A4F45E2984}"/>
              </a:ext>
            </a:extLst>
          </p:cNvPr>
          <p:cNvSpPr txBox="1"/>
          <p:nvPr/>
        </p:nvSpPr>
        <p:spPr>
          <a:xfrm>
            <a:off x="10414566" y="3083180"/>
            <a:ext cx="153202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b="1">
                <a:latin typeface="Calibri"/>
                <a:ea typeface="ＭＳ Ｐゴシック"/>
                <a:cs typeface="Calibri"/>
              </a:rPr>
              <a:t>UN E-Government Survey 2024: 66% of surveyed city portals offer complaint/ feedback submission .</a:t>
            </a:r>
            <a:endParaRPr lang="en-US" sz="1000" b="1">
              <a:cs typeface="Calibri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b="1">
                <a:solidFill>
                  <a:schemeClr val="accent1">
                    <a:lumMod val="75000"/>
                  </a:schemeClr>
                </a:solidFill>
                <a:latin typeface="Calibri"/>
                <a:ea typeface="ＭＳ Ｐゴシック"/>
                <a:cs typeface="Calibri"/>
              </a:rPr>
              <a:t>Reporting is digital; the next step is solving and tracking.</a:t>
            </a:r>
          </a:p>
        </p:txBody>
      </p:sp>
      <p:pic>
        <p:nvPicPr>
          <p:cNvPr id="17511" name="Picture 17510">
            <a:extLst>
              <a:ext uri="{FF2B5EF4-FFF2-40B4-BE49-F238E27FC236}">
                <a16:creationId xmlns:a16="http://schemas.microsoft.com/office/drawing/2014/main" id="{B70A6442-90FD-E2F2-4BD2-85E6512433B4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41648" y="2665261"/>
            <a:ext cx="840752" cy="378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: Diagonal Corners Rounded 26">
            <a:extLst>
              <a:ext uri="{FF2B5EF4-FFF2-40B4-BE49-F238E27FC236}">
                <a16:creationId xmlns:a16="http://schemas.microsoft.com/office/drawing/2014/main" id="{5C431449-F5BC-3A4E-A223-A51F76D4F330}"/>
              </a:ext>
            </a:extLst>
          </p:cNvPr>
          <p:cNvSpPr/>
          <p:nvPr/>
        </p:nvSpPr>
        <p:spPr>
          <a:xfrm>
            <a:off x="382555" y="4168243"/>
            <a:ext cx="1240972" cy="2335572"/>
          </a:xfrm>
          <a:prstGeom prst="round2DiagRect">
            <a:avLst/>
          </a:prstGeom>
          <a:solidFill>
            <a:srgbClr val="FEF5D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EFE873E-D2FF-F8B3-B158-C71B6BEEE86C}"/>
              </a:ext>
            </a:extLst>
          </p:cNvPr>
          <p:cNvSpPr txBox="1"/>
          <p:nvPr/>
        </p:nvSpPr>
        <p:spPr>
          <a:xfrm>
            <a:off x="308587" y="4181899"/>
            <a:ext cx="139337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CPGRAMS</a:t>
            </a:r>
            <a:r>
              <a:rPr lang="en-US" dirty="0"/>
              <a:t> Government of India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rgbClr val="FF0000"/>
                </a:solidFill>
              </a:rPr>
              <a:t>Centralized public grievance reporting, tracking, feed backend appeal.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hlinkClick r:id="rId3"/>
              </a:rPr>
              <a:t>pgportal.gov.in</a:t>
            </a:r>
            <a:endParaRPr lang="en-US" sz="1000" dirty="0"/>
          </a:p>
          <a:p>
            <a:endParaRPr lang="en-US" sz="1000" dirty="0">
              <a:solidFill>
                <a:srgbClr val="FF0000"/>
              </a:solidFill>
            </a:endParaRPr>
          </a:p>
        </p:txBody>
      </p:sp>
      <p:sp>
        <p:nvSpPr>
          <p:cNvPr id="31" name="Rectangle: Diagonal Corners Rounded 30">
            <a:extLst>
              <a:ext uri="{FF2B5EF4-FFF2-40B4-BE49-F238E27FC236}">
                <a16:creationId xmlns:a16="http://schemas.microsoft.com/office/drawing/2014/main" id="{DB171F9B-E958-EBB9-68C6-5F5BD96ED2C2}"/>
              </a:ext>
            </a:extLst>
          </p:cNvPr>
          <p:cNvSpPr/>
          <p:nvPr/>
        </p:nvSpPr>
        <p:spPr>
          <a:xfrm>
            <a:off x="1775927" y="4163456"/>
            <a:ext cx="1240972" cy="2340359"/>
          </a:xfrm>
          <a:prstGeom prst="round2DiagRect">
            <a:avLst/>
          </a:prstGeom>
          <a:solidFill>
            <a:srgbClr val="EAE0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C2EB00D-15E7-C797-5422-DCA58BA09120}"/>
              </a:ext>
            </a:extLst>
          </p:cNvPr>
          <p:cNvSpPr txBox="1"/>
          <p:nvPr/>
        </p:nvSpPr>
        <p:spPr>
          <a:xfrm>
            <a:off x="1697496" y="4185392"/>
            <a:ext cx="14718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MyGov</a:t>
            </a:r>
            <a:r>
              <a:rPr lang="en-US" dirty="0"/>
              <a:t> Government of India</a:t>
            </a:r>
          </a:p>
          <a:p>
            <a:endParaRPr lang="en-US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rgbClr val="7030A0"/>
                </a:solidFill>
              </a:rPr>
              <a:t>Citizen engagement through tasks, discussions, polls, campaigns and submissions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hlinkClick r:id="rId4"/>
              </a:rPr>
              <a:t>mygov.in</a:t>
            </a:r>
            <a:endParaRPr lang="en-US" sz="1000" dirty="0"/>
          </a:p>
        </p:txBody>
      </p:sp>
      <p:sp>
        <p:nvSpPr>
          <p:cNvPr id="35" name="Rectangle: Diagonal Corners Rounded 34">
            <a:extLst>
              <a:ext uri="{FF2B5EF4-FFF2-40B4-BE49-F238E27FC236}">
                <a16:creationId xmlns:a16="http://schemas.microsoft.com/office/drawing/2014/main" id="{E3DA2FC5-10A4-0407-3BBD-29C6D75FE88B}"/>
              </a:ext>
            </a:extLst>
          </p:cNvPr>
          <p:cNvSpPr/>
          <p:nvPr/>
        </p:nvSpPr>
        <p:spPr>
          <a:xfrm>
            <a:off x="3169299" y="4153165"/>
            <a:ext cx="1240972" cy="2350651"/>
          </a:xfrm>
          <a:prstGeom prst="round2DiagRect">
            <a:avLst/>
          </a:prstGeom>
          <a:solidFill>
            <a:srgbClr val="DAED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79C943F-C5E6-91C2-9016-54C9900693AE}"/>
              </a:ext>
            </a:extLst>
          </p:cNvPr>
          <p:cNvSpPr txBox="1"/>
          <p:nvPr/>
        </p:nvSpPr>
        <p:spPr>
          <a:xfrm>
            <a:off x="3147526" y="4116146"/>
            <a:ext cx="1344355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Atal Innovation Mission </a:t>
            </a:r>
            <a:r>
              <a:rPr lang="en-US" dirty="0"/>
              <a:t>NITI-Aayog</a:t>
            </a:r>
          </a:p>
          <a:p>
            <a:endParaRPr lang="en-US" sz="1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rgbClr val="002060"/>
                </a:solidFill>
              </a:rPr>
              <a:t>Citizen engagement through tasks, discussions, polls, campaigns and submissions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00" dirty="0">
                <a:hlinkClick r:id="rId5"/>
              </a:rPr>
              <a:t>aim.gov.in</a:t>
            </a:r>
            <a:endParaRPr lang="en-US" sz="1000" dirty="0"/>
          </a:p>
        </p:txBody>
      </p:sp>
      <p:sp>
        <p:nvSpPr>
          <p:cNvPr id="38" name="Rectangle: Diagonal Corners Rounded 37">
            <a:extLst>
              <a:ext uri="{FF2B5EF4-FFF2-40B4-BE49-F238E27FC236}">
                <a16:creationId xmlns:a16="http://schemas.microsoft.com/office/drawing/2014/main" id="{7EE00FEE-E7DC-9ACD-8DE6-C75D5CF0DC10}"/>
              </a:ext>
            </a:extLst>
          </p:cNvPr>
          <p:cNvSpPr/>
          <p:nvPr/>
        </p:nvSpPr>
        <p:spPr>
          <a:xfrm>
            <a:off x="4574357" y="4163457"/>
            <a:ext cx="1240972" cy="2340360"/>
          </a:xfrm>
          <a:prstGeom prst="round2DiagRect">
            <a:avLst/>
          </a:prstGeom>
          <a:solidFill>
            <a:srgbClr val="E0FDE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2907E93-3191-EA30-E038-7518B1583F05}"/>
              </a:ext>
            </a:extLst>
          </p:cNvPr>
          <p:cNvSpPr txBox="1"/>
          <p:nvPr/>
        </p:nvSpPr>
        <p:spPr>
          <a:xfrm>
            <a:off x="4540898" y="4123302"/>
            <a:ext cx="1317516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Manthan — Principal Scientific Adviser</a:t>
            </a:r>
            <a:endParaRPr lang="en-US" sz="900" dirty="0"/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1000" dirty="0">
                <a:solidFill>
                  <a:srgbClr val="00B050"/>
                </a:solidFill>
              </a:rPr>
              <a:t>Multi-stakeholder collaboration across government, academia &amp; industry.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900" dirty="0">
                <a:hlinkClick r:id="rId6"/>
              </a:rPr>
              <a:t>psa.gov.in/</a:t>
            </a:r>
            <a:r>
              <a:rPr lang="en-US" sz="900" dirty="0" err="1">
                <a:hlinkClick r:id="rId6"/>
              </a:rPr>
              <a:t>manthan</a:t>
            </a:r>
            <a:endParaRPr lang="en-US" sz="9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7438"/>
            <a:ext cx="12191999" cy="33056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10979" y="-17119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595645" y="6459455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0021" y="-78922"/>
            <a:ext cx="1491208" cy="88091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29680F-DB94-FD95-D190-756D8534E2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" y="703454"/>
            <a:ext cx="6034098" cy="2791843"/>
          </a:xfrm>
          <a:prstGeom prst="rect">
            <a:avLst/>
          </a:prstGeom>
        </p:spPr>
      </p:pic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BB970956-50A7-9305-50B9-8BDAE07535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00686" y="15531"/>
            <a:ext cx="1630786" cy="702125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/>
              <a:t>Mind Mavericks</a:t>
            </a:r>
          </a:p>
        </p:txBody>
      </p:sp>
      <p:sp>
        <p:nvSpPr>
          <p:cNvPr id="25" name="Flowchart: Alternate Process 24">
            <a:extLst>
              <a:ext uri="{FF2B5EF4-FFF2-40B4-BE49-F238E27FC236}">
                <a16:creationId xmlns:a16="http://schemas.microsoft.com/office/drawing/2014/main" id="{40291122-D6C0-FDA3-4BD1-13FA40690A18}"/>
              </a:ext>
            </a:extLst>
          </p:cNvPr>
          <p:cNvSpPr/>
          <p:nvPr/>
        </p:nvSpPr>
        <p:spPr>
          <a:xfrm>
            <a:off x="3879089" y="809827"/>
            <a:ext cx="2054860" cy="321489"/>
          </a:xfrm>
          <a:prstGeom prst="flowChartAlternateProcess">
            <a:avLst/>
          </a:prstGeom>
          <a:solidFill>
            <a:schemeClr val="bg1"/>
          </a:solidFill>
          <a:ln w="31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Diagonal Corners Rounded 25">
            <a:extLst>
              <a:ext uri="{FF2B5EF4-FFF2-40B4-BE49-F238E27FC236}">
                <a16:creationId xmlns:a16="http://schemas.microsoft.com/office/drawing/2014/main" id="{0E812E51-E914-E4B0-2489-DE8A7DEF24B7}"/>
              </a:ext>
            </a:extLst>
          </p:cNvPr>
          <p:cNvSpPr/>
          <p:nvPr/>
        </p:nvSpPr>
        <p:spPr>
          <a:xfrm>
            <a:off x="279582" y="3532729"/>
            <a:ext cx="5542384" cy="325907"/>
          </a:xfrm>
          <a:prstGeom prst="round2Diag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chemeClr val="bg1"/>
                </a:solidFill>
              </a:rPr>
              <a:t>Government/Ecosystem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A2109FD-7A9C-F0C3-6B12-F7874A4DDFB5}"/>
              </a:ext>
            </a:extLst>
          </p:cNvPr>
          <p:cNvSpPr/>
          <p:nvPr/>
        </p:nvSpPr>
        <p:spPr>
          <a:xfrm>
            <a:off x="5931993" y="715349"/>
            <a:ext cx="1535617" cy="96085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Expert Finding Systems: A Systematic Review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C3E4B5-F9E7-1169-648D-1B533C41B395}"/>
              </a:ext>
            </a:extLst>
          </p:cNvPr>
          <p:cNvSpPr/>
          <p:nvPr/>
        </p:nvSpPr>
        <p:spPr>
          <a:xfrm>
            <a:off x="7475178" y="715284"/>
            <a:ext cx="4720776" cy="960920"/>
          </a:xfrm>
          <a:prstGeom prst="rect">
            <a:avLst/>
          </a:prstGeom>
          <a:solidFill>
            <a:srgbClr val="EAE0F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Wingdings"/>
              <a:buChar char="v"/>
            </a:pPr>
            <a:r>
              <a:rPr lang="en-US" sz="1050" b="1" dirty="0">
                <a:solidFill>
                  <a:schemeClr val="tx1"/>
                </a:solidFill>
              </a:rPr>
              <a:t>Evidence:</a:t>
            </a:r>
            <a:r>
              <a:rPr lang="en-US" sz="1050" dirty="0">
                <a:solidFill>
                  <a:schemeClr val="tx1"/>
                </a:solidFill>
              </a:rPr>
              <a:t> Research explores how relevant expertise can be identified for a particular problem or information need.</a:t>
            </a:r>
          </a:p>
          <a:p>
            <a:pPr marL="171450" indent="-171450">
              <a:buFont typeface="Wingdings"/>
              <a:buChar char="v"/>
            </a:pPr>
            <a:r>
              <a:rPr lang="en-US" sz="1050" b="1" dirty="0">
                <a:solidFill>
                  <a:schemeClr val="tx1"/>
                </a:solidFill>
              </a:rPr>
              <a:t> </a:t>
            </a:r>
            <a:r>
              <a:rPr lang="en-US" sz="1050" b="1" dirty="0" err="1">
                <a:solidFill>
                  <a:schemeClr val="tx1"/>
                </a:solidFill>
              </a:rPr>
              <a:t>CivicSync</a:t>
            </a:r>
            <a:r>
              <a:rPr lang="en-US" sz="1050" dirty="0">
                <a:solidFill>
                  <a:schemeClr val="tx1"/>
                </a:solidFill>
              </a:rPr>
              <a:t>: </a:t>
            </a:r>
            <a:r>
              <a:rPr lang="en-US" sz="1050" dirty="0" err="1">
                <a:solidFill>
                  <a:schemeClr val="tx1"/>
                </a:solidFill>
              </a:rPr>
              <a:t>CivicSync</a:t>
            </a:r>
            <a:r>
              <a:rPr lang="en-US" sz="1050" dirty="0">
                <a:solidFill>
                  <a:schemeClr val="tx1"/>
                </a:solidFill>
              </a:rPr>
              <a:t> uses the requirements of a reported problem to identify relevant capabilities and potential contributors.</a:t>
            </a:r>
            <a:endParaRPr lang="en-US" sz="105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50" b="1" dirty="0">
                <a:solidFill>
                  <a:schemeClr val="tx1"/>
                </a:solidFill>
              </a:rPr>
              <a:t>Source</a:t>
            </a:r>
            <a:r>
              <a:rPr lang="en-US" sz="1050" dirty="0">
                <a:solidFill>
                  <a:schemeClr val="tx1"/>
                </a:solidFill>
              </a:rPr>
              <a:t>: </a:t>
            </a:r>
            <a:r>
              <a:rPr lang="en-US" sz="1050" dirty="0">
                <a:solidFill>
                  <a:schemeClr val="tx1"/>
                </a:solidFill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https://www.mdpi.com/2076-3417/9/20/4250</a:t>
            </a:r>
            <a:endParaRPr lang="en-US" sz="1050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779B3AA-F34D-63D9-C877-B37FB8644C0F}"/>
              </a:ext>
            </a:extLst>
          </p:cNvPr>
          <p:cNvSpPr/>
          <p:nvPr/>
        </p:nvSpPr>
        <p:spPr>
          <a:xfrm>
            <a:off x="5921696" y="1688099"/>
            <a:ext cx="1545914" cy="108715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dirty="0"/>
              <a:t>Automated Citizen Request Classification</a:t>
            </a:r>
            <a:endParaRPr lang="en-US" sz="1400" dirty="0">
              <a:ea typeface="Calibri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4A706E4-2582-085E-BB1E-A8D92F666840}"/>
              </a:ext>
            </a:extLst>
          </p:cNvPr>
          <p:cNvSpPr/>
          <p:nvPr/>
        </p:nvSpPr>
        <p:spPr>
          <a:xfrm>
            <a:off x="7475175" y="1676204"/>
            <a:ext cx="4720778" cy="1099047"/>
          </a:xfrm>
          <a:prstGeom prst="rect">
            <a:avLst/>
          </a:prstGeom>
          <a:solidFill>
            <a:srgbClr val="DAED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Wingdings"/>
              <a:buChar char="v"/>
            </a:pPr>
            <a:r>
              <a:rPr lang="en-US" sz="1050" b="1">
                <a:solidFill>
                  <a:schemeClr val="tx1"/>
                </a:solidFill>
              </a:rPr>
              <a:t>Evidence:</a:t>
            </a:r>
            <a:r>
              <a:rPr lang="en-US" sz="1050">
                <a:solidFill>
                  <a:schemeClr val="tx1"/>
                </a:solidFill>
              </a:rPr>
              <a:t> Research shows that large volumes of unstructured citizen requests can benefit from automated classification. </a:t>
            </a:r>
            <a:endParaRPr lang="en-US" sz="105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50" b="1" err="1">
                <a:solidFill>
                  <a:schemeClr val="tx1"/>
                </a:solidFill>
              </a:rPr>
              <a:t>CivicSync</a:t>
            </a:r>
            <a:r>
              <a:rPr lang="en-US" sz="1050" b="1">
                <a:solidFill>
                  <a:schemeClr val="tx1"/>
                </a:solidFill>
              </a:rPr>
              <a:t>:</a:t>
            </a:r>
            <a:r>
              <a:rPr lang="en-US" sz="1050">
                <a:solidFill>
                  <a:schemeClr val="tx1"/>
                </a:solidFill>
              </a:rPr>
              <a:t> AI-based problem intelligence for domain, severity, urgency and required expertise extraction. </a:t>
            </a:r>
            <a:endParaRPr lang="en-US" sz="105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50" b="1">
                <a:solidFill>
                  <a:schemeClr val="tx1"/>
                </a:solidFill>
              </a:rPr>
              <a:t>Source:</a:t>
            </a:r>
            <a:r>
              <a:rPr lang="en-US" sz="1050">
                <a:solidFill>
                  <a:schemeClr val="tx1"/>
                </a:solidFill>
              </a:rPr>
              <a:t> </a:t>
            </a:r>
            <a:r>
              <a:rPr lang="en-US" sz="1050">
                <a:solidFill>
                  <a:schemeClr val="tx1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https://www.sciencedirect.com/science/article/pii/S0306457320309055</a:t>
            </a:r>
            <a:endParaRPr lang="en-US" sz="105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B178914-396F-3026-118D-8C8530FA37C4}"/>
              </a:ext>
            </a:extLst>
          </p:cNvPr>
          <p:cNvSpPr/>
          <p:nvPr/>
        </p:nvSpPr>
        <p:spPr>
          <a:xfrm>
            <a:off x="5923078" y="2775251"/>
            <a:ext cx="1545914" cy="108338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/>
              <a:t>Citizen Complaint Pattern Analysis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B01FFC7-D554-177F-E97A-0AE7EFCC0180}"/>
              </a:ext>
            </a:extLst>
          </p:cNvPr>
          <p:cNvSpPr/>
          <p:nvPr/>
        </p:nvSpPr>
        <p:spPr>
          <a:xfrm>
            <a:off x="7475176" y="2775251"/>
            <a:ext cx="4720776" cy="1083385"/>
          </a:xfrm>
          <a:prstGeom prst="rect">
            <a:avLst/>
          </a:prstGeom>
          <a:solidFill>
            <a:srgbClr val="DEFD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171450" indent="-171450">
              <a:buFont typeface="Wingdings"/>
              <a:buChar char="v"/>
            </a:pPr>
            <a:r>
              <a:rPr lang="en-US" sz="1050" b="1">
                <a:solidFill>
                  <a:schemeClr val="tx1"/>
                </a:solidFill>
              </a:rPr>
              <a:t>Evidence: </a:t>
            </a:r>
            <a:r>
              <a:rPr lang="en-US" sz="1050">
                <a:solidFill>
                  <a:schemeClr val="tx1"/>
                </a:solidFill>
              </a:rPr>
              <a:t>Research on citizen complaints identifies spatial and temporal patterns that can reveal recurring or concentrated issues.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50">
                <a:solidFill>
                  <a:schemeClr val="tx1"/>
                </a:solidFill>
              </a:rPr>
              <a:t> </a:t>
            </a:r>
            <a:r>
              <a:rPr lang="en-US" sz="1050" b="1" err="1">
                <a:solidFill>
                  <a:schemeClr val="tx1"/>
                </a:solidFill>
              </a:rPr>
              <a:t>CivicSync</a:t>
            </a:r>
            <a:r>
              <a:rPr lang="en-US" sz="1050" b="1">
                <a:solidFill>
                  <a:schemeClr val="tx1"/>
                </a:solidFill>
              </a:rPr>
              <a:t>: </a:t>
            </a:r>
            <a:r>
              <a:rPr lang="en-US" sz="1050">
                <a:solidFill>
                  <a:schemeClr val="tx1"/>
                </a:solidFill>
              </a:rPr>
              <a:t>Related-problem clustering and creation of systemic/master challenges. </a:t>
            </a:r>
            <a:endParaRPr lang="en-US" sz="105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buFont typeface="Wingdings"/>
              <a:buChar char="v"/>
            </a:pPr>
            <a:r>
              <a:rPr lang="en-US" sz="1050" b="1">
                <a:solidFill>
                  <a:schemeClr val="tx1"/>
                </a:solidFill>
              </a:rPr>
              <a:t>Source</a:t>
            </a:r>
            <a:r>
              <a:rPr lang="en-US" sz="1050">
                <a:solidFill>
                  <a:schemeClr val="tx1"/>
                </a:solidFill>
              </a:rPr>
              <a:t>: </a:t>
            </a:r>
            <a:r>
              <a:rPr lang="en-US" sz="1050">
                <a:solidFill>
                  <a:schemeClr val="tx1"/>
                </a:solidFill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https://www.sciencedirect.com/science/article/pii/S2226585624000037</a:t>
            </a:r>
            <a:endParaRPr lang="en-US" sz="105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1052</Words>
  <Application>Microsoft Office PowerPoint</Application>
  <PresentationFormat>Widescreen</PresentationFormat>
  <Paragraphs>148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Arial</vt:lpstr>
      <vt:lpstr>Arial Black</vt:lpstr>
      <vt:lpstr>Arial MT</vt:lpstr>
      <vt:lpstr>Bahnschrift SemiBold SemiConden</vt:lpstr>
      <vt:lpstr>Calibri</vt:lpstr>
      <vt:lpstr>Garamond</vt:lpstr>
      <vt:lpstr>Times New Roman</vt:lpstr>
      <vt:lpstr>TradeGothic</vt:lpstr>
      <vt:lpstr>Wingdings</vt:lpstr>
      <vt:lpstr>Wingdings,sans-serif</vt:lpstr>
      <vt:lpstr>Office Theme</vt:lpstr>
      <vt:lpstr> SMART INDIA HACKATHON 2026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Madhav Raj</cp:lastModifiedBy>
  <cp:revision>1</cp:revision>
  <dcterms:created xsi:type="dcterms:W3CDTF">2013-12-12T18:46:50Z</dcterms:created>
  <dcterms:modified xsi:type="dcterms:W3CDTF">2026-09-18T15:31:40Z</dcterms:modified>
  <cp:category/>
</cp:coreProperties>
</file>